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57" r:id="rId5"/>
    <p:sldId id="1900" r:id="rId6"/>
    <p:sldId id="2120" r:id="rId7"/>
    <p:sldId id="2119" r:id="rId8"/>
    <p:sldId id="2059" r:id="rId9"/>
    <p:sldId id="2238" r:id="rId10"/>
    <p:sldId id="2121" r:id="rId11"/>
    <p:sldId id="1902" r:id="rId12"/>
    <p:sldId id="2125" r:id="rId13"/>
    <p:sldId id="2122" r:id="rId14"/>
    <p:sldId id="1904" r:id="rId15"/>
    <p:sldId id="1906" r:id="rId16"/>
    <p:sldId id="1907" r:id="rId17"/>
    <p:sldId id="1908" r:id="rId18"/>
    <p:sldId id="1910" r:id="rId19"/>
    <p:sldId id="2234" r:id="rId20"/>
    <p:sldId id="1911"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3B4963-75C3-881E-EE0F-D880F8A323C9}" name="Adrian Tate" initials="AT" userId="S::adrian.tate@nag.co.uk::c6644370-3585-4ff7-9503-49c6c7dbcd59" providerId="AD"/>
  <p188:author id="{4845ABB1-FA90-7817-85BE-B36D819167D5}" name="Benjamin Mogg" initials="BM" userId="S::benjamin.mogg@nag.com::d6f6f7dc-fceb-4aab-987d-20fff50645f5" providerId="AD"/>
  <p188:author id="{5575FEC6-8736-9880-EF65-B639861748A4}" name="Adrian Scales" initials="AS" userId="S::adrian.scales@nag.com::94e2a7cd-9cb9-4174-84d4-f96690aad2de" providerId="AD"/>
  <p188:author id="{CA58CFD1-8F2F-0B72-D6B6-594D252ADD07}" name="Ian Wilson" initials="IW" userId="S::ian.wilson@nag.com::ca39064b-b222-4e1c-92cb-04d5960b948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hn Higgs" initials="JH" lastIdx="18" clrIdx="0">
    <p:extLst>
      <p:ext uri="{19B8F6BF-5375-455C-9EA6-DF929625EA0E}">
        <p15:presenceInfo xmlns:p15="http://schemas.microsoft.com/office/powerpoint/2012/main" userId="S::john.higgs@nag.co.uk::f78690d0-b5a1-4405-9ace-d1cdf82931b4" providerId="AD"/>
      </p:ext>
    </p:extLst>
  </p:cmAuthor>
  <p:cmAuthor id="2" name="Adrian Tate" initials="AT" lastIdx="33" clrIdx="1">
    <p:extLst>
      <p:ext uri="{19B8F6BF-5375-455C-9EA6-DF929625EA0E}">
        <p15:presenceInfo xmlns:p15="http://schemas.microsoft.com/office/powerpoint/2012/main" userId="S::adrian.tate@nag.co.uk::c6644370-3585-4ff7-9503-49c6c7dbcd59" providerId="AD"/>
      </p:ext>
    </p:extLst>
  </p:cmAuthor>
  <p:cmAuthor id="3" name="Ian Wilson" initials="IW" lastIdx="2" clrIdx="2">
    <p:extLst>
      <p:ext uri="{19B8F6BF-5375-455C-9EA6-DF929625EA0E}">
        <p15:presenceInfo xmlns:p15="http://schemas.microsoft.com/office/powerpoint/2012/main" userId="S::ian.wilson@nag.com::ca39064b-b222-4e1c-92cb-04d5960b948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42540"/>
    <a:srgbClr val="58C1F1"/>
    <a:srgbClr val="052540"/>
    <a:srgbClr val="008CD3"/>
    <a:srgbClr val="00253D"/>
    <a:srgbClr val="062540"/>
    <a:srgbClr val="FFFFFF"/>
    <a:srgbClr val="1A085D"/>
    <a:srgbClr val="E5E4E4"/>
    <a:srgbClr val="1523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46"/>
    <p:restoredTop sz="94694"/>
  </p:normalViewPr>
  <p:slideViewPr>
    <p:cSldViewPr snapToGrid="0">
      <p:cViewPr varScale="1">
        <p:scale>
          <a:sx n="121" d="100"/>
          <a:sy n="121" d="100"/>
        </p:scale>
        <p:origin x="544" y="1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9094CA-272C-1271-A20C-BCBC429D51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9F2002-68A8-9FD1-79FC-F3C3B2D105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221D3F-C60D-234B-9B4C-B3CC020BA9DF}" type="datetimeFigureOut">
              <a:rPr lang="en-US" smtClean="0"/>
              <a:t>2/23/24</a:t>
            </a:fld>
            <a:endParaRPr lang="en-US"/>
          </a:p>
        </p:txBody>
      </p:sp>
      <p:sp>
        <p:nvSpPr>
          <p:cNvPr id="4" name="Footer Placeholder 3">
            <a:extLst>
              <a:ext uri="{FF2B5EF4-FFF2-40B4-BE49-F238E27FC236}">
                <a16:creationId xmlns:a16="http://schemas.microsoft.com/office/drawing/2014/main" id="{A6594871-4AA2-9DDF-FC04-7EF465997E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636A3-7C2B-57F8-9A0A-43A99E83B7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28ED6D-7F19-EB4F-940A-CC0F44A459C4}" type="slidenum">
              <a:rPr lang="en-US" smtClean="0"/>
              <a:t>‹#›</a:t>
            </a:fld>
            <a:endParaRPr lang="en-US"/>
          </a:p>
        </p:txBody>
      </p:sp>
    </p:spTree>
    <p:extLst>
      <p:ext uri="{BB962C8B-B14F-4D97-AF65-F5344CB8AC3E}">
        <p14:creationId xmlns:p14="http://schemas.microsoft.com/office/powerpoint/2010/main" val="2259428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8CF929-1811-8148-21BD-D000AA0CEA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CFF56A83-E1ED-4794-7159-EEBF3FA317B9}"/>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60F9F624-2D18-6744-990F-11799EF91348}" type="datetimeFigureOut">
              <a:rPr lang="en-US"/>
              <a:pPr>
                <a:defRPr/>
              </a:pPr>
              <a:t>2/23/24</a:t>
            </a:fld>
            <a:endParaRPr lang="en-US"/>
          </a:p>
        </p:txBody>
      </p:sp>
      <p:sp>
        <p:nvSpPr>
          <p:cNvPr id="4" name="Slide Image Placeholder 3">
            <a:extLst>
              <a:ext uri="{FF2B5EF4-FFF2-40B4-BE49-F238E27FC236}">
                <a16:creationId xmlns:a16="http://schemas.microsoft.com/office/drawing/2014/main" id="{A10959BC-9DB3-C502-01E6-899BE622D913}"/>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2262C189-3743-57D7-96C7-63EC71632AC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9F6E3B5A-8D95-19DD-A7C0-143E7327555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BB0389FC-C1BC-5298-C019-FCD8D78D87C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82C0CD69-5F24-194D-A491-01A8C0F34F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1</a:t>
            </a:fld>
            <a:endParaRPr lang="en-US"/>
          </a:p>
        </p:txBody>
      </p:sp>
    </p:spTree>
    <p:extLst>
      <p:ext uri="{BB962C8B-B14F-4D97-AF65-F5344CB8AC3E}">
        <p14:creationId xmlns:p14="http://schemas.microsoft.com/office/powerpoint/2010/main" val="722480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2</a:t>
            </a:fld>
            <a:endParaRPr lang="en-US"/>
          </a:p>
        </p:txBody>
      </p:sp>
    </p:spTree>
    <p:extLst>
      <p:ext uri="{BB962C8B-B14F-4D97-AF65-F5344CB8AC3E}">
        <p14:creationId xmlns:p14="http://schemas.microsoft.com/office/powerpoint/2010/main" val="4078995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3</a:t>
            </a:fld>
            <a:endParaRPr lang="en-US"/>
          </a:p>
        </p:txBody>
      </p:sp>
    </p:spTree>
    <p:extLst>
      <p:ext uri="{BB962C8B-B14F-4D97-AF65-F5344CB8AC3E}">
        <p14:creationId xmlns:p14="http://schemas.microsoft.com/office/powerpoint/2010/main" val="1636066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6</a:t>
            </a:fld>
            <a:endParaRPr lang="en-US"/>
          </a:p>
        </p:txBody>
      </p:sp>
    </p:spTree>
    <p:extLst>
      <p:ext uri="{BB962C8B-B14F-4D97-AF65-F5344CB8AC3E}">
        <p14:creationId xmlns:p14="http://schemas.microsoft.com/office/powerpoint/2010/main" val="2716722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7</a:t>
            </a:fld>
            <a:endParaRPr lang="en-US"/>
          </a:p>
        </p:txBody>
      </p:sp>
    </p:spTree>
    <p:extLst>
      <p:ext uri="{BB962C8B-B14F-4D97-AF65-F5344CB8AC3E}">
        <p14:creationId xmlns:p14="http://schemas.microsoft.com/office/powerpoint/2010/main" val="421922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8</a:t>
            </a:fld>
            <a:endParaRPr lang="en-US"/>
          </a:p>
        </p:txBody>
      </p:sp>
    </p:spTree>
    <p:extLst>
      <p:ext uri="{BB962C8B-B14F-4D97-AF65-F5344CB8AC3E}">
        <p14:creationId xmlns:p14="http://schemas.microsoft.com/office/powerpoint/2010/main" val="2683482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12</a:t>
            </a:fld>
            <a:endParaRPr lang="en-US"/>
          </a:p>
        </p:txBody>
      </p:sp>
    </p:spTree>
    <p:extLst>
      <p:ext uri="{BB962C8B-B14F-4D97-AF65-F5344CB8AC3E}">
        <p14:creationId xmlns:p14="http://schemas.microsoft.com/office/powerpoint/2010/main" val="2554102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13</a:t>
            </a:fld>
            <a:endParaRPr lang="en-US"/>
          </a:p>
        </p:txBody>
      </p:sp>
    </p:spTree>
    <p:extLst>
      <p:ext uri="{BB962C8B-B14F-4D97-AF65-F5344CB8AC3E}">
        <p14:creationId xmlns:p14="http://schemas.microsoft.com/office/powerpoint/2010/main" val="450076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14</a:t>
            </a:fld>
            <a:endParaRPr lang="en-US"/>
          </a:p>
        </p:txBody>
      </p:sp>
    </p:spTree>
    <p:extLst>
      <p:ext uri="{BB962C8B-B14F-4D97-AF65-F5344CB8AC3E}">
        <p14:creationId xmlns:p14="http://schemas.microsoft.com/office/powerpoint/2010/main" val="2619391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S1-B2 split anymore when this is happening. B2 is the group. </a:t>
            </a:r>
          </a:p>
        </p:txBody>
      </p:sp>
      <p:sp>
        <p:nvSpPr>
          <p:cNvPr id="4" name="Slide Number Placeholder 3"/>
          <p:cNvSpPr>
            <a:spLocks noGrp="1"/>
          </p:cNvSpPr>
          <p:nvPr>
            <p:ph type="sldNum" sz="quarter" idx="5"/>
          </p:nvPr>
        </p:nvSpPr>
        <p:spPr/>
        <p:txBody>
          <a:bodyPr/>
          <a:lstStyle/>
          <a:p>
            <a:pPr>
              <a:defRPr/>
            </a:pPr>
            <a:fld id="{82C0CD69-5F24-194D-A491-01A8C0F34F1D}" type="slidenum">
              <a:rPr lang="en-US" smtClean="0"/>
              <a:pPr>
                <a:defRPr/>
              </a:pPr>
              <a:t>16</a:t>
            </a:fld>
            <a:endParaRPr lang="en-US"/>
          </a:p>
        </p:txBody>
      </p:sp>
    </p:spTree>
    <p:extLst>
      <p:ext uri="{BB962C8B-B14F-4D97-AF65-F5344CB8AC3E}">
        <p14:creationId xmlns:p14="http://schemas.microsoft.com/office/powerpoint/2010/main" val="4785699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ection Break Slide layout">
    <p:bg>
      <p:bgPr>
        <a:solidFill>
          <a:schemeClr val="bg1"/>
        </a:solidFill>
        <a:effectLst/>
      </p:bgPr>
    </p:bg>
    <p:spTree>
      <p:nvGrpSpPr>
        <p:cNvPr id="1" name=""/>
        <p:cNvGrpSpPr/>
        <p:nvPr/>
      </p:nvGrpSpPr>
      <p:grpSpPr>
        <a:xfrm>
          <a:off x="0" y="0"/>
          <a:ext cx="0" cy="0"/>
          <a:chOff x="0" y="0"/>
          <a:chExt cx="0" cy="0"/>
        </a:xfrm>
      </p:grpSpPr>
      <p:pic>
        <p:nvPicPr>
          <p:cNvPr id="6" name="Picture 5" descr="Close-up of a computer server&#10;&#10;Description automatically generated">
            <a:extLst>
              <a:ext uri="{FF2B5EF4-FFF2-40B4-BE49-F238E27FC236}">
                <a16:creationId xmlns:a16="http://schemas.microsoft.com/office/drawing/2014/main" id="{2DFEE845-05C2-D8C5-9E7F-A16B4ADC94A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a:stretch/>
        </p:blipFill>
        <p:spPr>
          <a:xfrm>
            <a:off x="-14972" y="0"/>
            <a:ext cx="12192000" cy="5887453"/>
          </a:xfrm>
          <a:prstGeom prst="rect">
            <a:avLst/>
          </a:prstGeom>
        </p:spPr>
      </p:pic>
      <p:sp>
        <p:nvSpPr>
          <p:cNvPr id="10" name="Freeform: Shape 9">
            <a:extLst>
              <a:ext uri="{FF2B5EF4-FFF2-40B4-BE49-F238E27FC236}">
                <a16:creationId xmlns:a16="http://schemas.microsoft.com/office/drawing/2014/main" id="{6AFFB5B8-275F-4541-94CB-C7A723310F6D}"/>
              </a:ext>
            </a:extLst>
          </p:cNvPr>
          <p:cNvSpPr/>
          <p:nvPr userDrawn="1"/>
        </p:nvSpPr>
        <p:spPr>
          <a:xfrm rot="20330711">
            <a:off x="7416424" y="-293215"/>
            <a:ext cx="234813" cy="7444430"/>
          </a:xfrm>
          <a:custGeom>
            <a:avLst/>
            <a:gdLst>
              <a:gd name="connsiteX0" fmla="*/ 0 w 234813"/>
              <a:gd name="connsiteY0" fmla="*/ 0 h 7444430"/>
              <a:gd name="connsiteX1" fmla="*/ 234813 w 234813"/>
              <a:gd name="connsiteY1" fmla="*/ 90866 h 7444430"/>
              <a:gd name="connsiteX2" fmla="*/ 234813 w 234813"/>
              <a:gd name="connsiteY2" fmla="*/ 7444430 h 7444430"/>
              <a:gd name="connsiteX3" fmla="*/ 0 w 234813"/>
              <a:gd name="connsiteY3" fmla="*/ 7353565 h 7444430"/>
            </a:gdLst>
            <a:ahLst/>
            <a:cxnLst>
              <a:cxn ang="0">
                <a:pos x="connsiteX0" y="connsiteY0"/>
              </a:cxn>
              <a:cxn ang="0">
                <a:pos x="connsiteX1" y="connsiteY1"/>
              </a:cxn>
              <a:cxn ang="0">
                <a:pos x="connsiteX2" y="connsiteY2"/>
              </a:cxn>
              <a:cxn ang="0">
                <a:pos x="connsiteX3" y="connsiteY3"/>
              </a:cxn>
            </a:cxnLst>
            <a:rect l="l" t="t" r="r" b="b"/>
            <a:pathLst>
              <a:path w="234813" h="7444430">
                <a:moveTo>
                  <a:pt x="0" y="0"/>
                </a:moveTo>
                <a:lnTo>
                  <a:pt x="234813" y="90866"/>
                </a:lnTo>
                <a:lnTo>
                  <a:pt x="234813" y="7444430"/>
                </a:lnTo>
                <a:lnTo>
                  <a:pt x="0" y="7353565"/>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3" name="Freeform: Shape 12">
            <a:extLst>
              <a:ext uri="{FF2B5EF4-FFF2-40B4-BE49-F238E27FC236}">
                <a16:creationId xmlns:a16="http://schemas.microsoft.com/office/drawing/2014/main" id="{2A91EB93-1A80-4108-9845-8CEBD98D597C}"/>
              </a:ext>
            </a:extLst>
          </p:cNvPr>
          <p:cNvSpPr/>
          <p:nvPr userDrawn="1"/>
        </p:nvSpPr>
        <p:spPr>
          <a:xfrm rot="20330711">
            <a:off x="8020265" y="-134683"/>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4" name="Freeform: Shape 13">
            <a:extLst>
              <a:ext uri="{FF2B5EF4-FFF2-40B4-BE49-F238E27FC236}">
                <a16:creationId xmlns:a16="http://schemas.microsoft.com/office/drawing/2014/main" id="{F3E07247-868E-438C-BD34-0D0EC28772B4}"/>
              </a:ext>
            </a:extLst>
          </p:cNvPr>
          <p:cNvSpPr/>
          <p:nvPr userDrawn="1"/>
        </p:nvSpPr>
        <p:spPr>
          <a:xfrm rot="20330711" flipH="1" flipV="1">
            <a:off x="10369955" y="4253071"/>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2" name="Rectangle 1">
            <a:extLst>
              <a:ext uri="{FF2B5EF4-FFF2-40B4-BE49-F238E27FC236}">
                <a16:creationId xmlns:a16="http://schemas.microsoft.com/office/drawing/2014/main" id="{B541F0B9-8C40-C054-F40F-3DEC59F9D62C}"/>
              </a:ext>
            </a:extLst>
          </p:cNvPr>
          <p:cNvSpPr/>
          <p:nvPr userDrawn="1"/>
        </p:nvSpPr>
        <p:spPr>
          <a:xfrm>
            <a:off x="4754563" y="1382713"/>
            <a:ext cx="450850" cy="2894012"/>
          </a:xfrm>
          <a:prstGeom prst="rect">
            <a:avLst/>
          </a:prstGeom>
          <a:solidFill>
            <a:schemeClr val="accent2"/>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3" name="Rectangle 2">
            <a:extLst>
              <a:ext uri="{FF2B5EF4-FFF2-40B4-BE49-F238E27FC236}">
                <a16:creationId xmlns:a16="http://schemas.microsoft.com/office/drawing/2014/main" id="{FA39050B-F0B9-5FF8-8AA6-2983BC783EF4}"/>
              </a:ext>
            </a:extLst>
          </p:cNvPr>
          <p:cNvSpPr/>
          <p:nvPr userDrawn="1"/>
        </p:nvSpPr>
        <p:spPr>
          <a:xfrm>
            <a:off x="0" y="1382713"/>
            <a:ext cx="5099050" cy="2894012"/>
          </a:xfrm>
          <a:prstGeom prst="rect">
            <a:avLst/>
          </a:prstGeom>
          <a:solidFill>
            <a:schemeClr val="bg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5" name="Google Shape;106;p16">
            <a:extLst>
              <a:ext uri="{FF2B5EF4-FFF2-40B4-BE49-F238E27FC236}">
                <a16:creationId xmlns:a16="http://schemas.microsoft.com/office/drawing/2014/main" id="{B6F163AE-FC77-BF8B-1CF6-9742B0C890F5}"/>
              </a:ext>
            </a:extLst>
          </p:cNvPr>
          <p:cNvSpPr txBox="1">
            <a:spLocks noChangeArrowheads="1"/>
          </p:cNvSpPr>
          <p:nvPr userDrawn="1"/>
        </p:nvSpPr>
        <p:spPr bwMode="auto">
          <a:xfrm>
            <a:off x="392112" y="3613934"/>
            <a:ext cx="4440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rgbClr val="0B2642"/>
                </a:solidFill>
                <a:latin typeface="Helvetica" pitchFamily="2" charset="0"/>
                <a:ea typeface="Oswald" pitchFamily="2" charset="77"/>
                <a:cs typeface="Microsoft Sans Serif" panose="020B0604020202020204" pitchFamily="34" charset="0"/>
                <a:sym typeface="Oswald" pitchFamily="2" charset="77"/>
              </a:rPr>
              <a:t>Numerical Algorithms Group Ltd</a:t>
            </a:r>
            <a:endParaRPr lang="en-US" altLang="en-US">
              <a:solidFill>
                <a:srgbClr val="0B2642"/>
              </a:solidFill>
              <a:latin typeface="Helvetica" pitchFamily="2" charset="0"/>
              <a:ea typeface="Oswald" pitchFamily="2" charset="77"/>
              <a:cs typeface="Microsoft Sans Serif" panose="020B0604020202020204" pitchFamily="34" charset="0"/>
            </a:endParaRPr>
          </a:p>
        </p:txBody>
      </p:sp>
      <p:sp>
        <p:nvSpPr>
          <p:cNvPr id="9" name="Text Placeholder 8">
            <a:extLst>
              <a:ext uri="{FF2B5EF4-FFF2-40B4-BE49-F238E27FC236}">
                <a16:creationId xmlns:a16="http://schemas.microsoft.com/office/drawing/2014/main" id="{01CF788E-182C-EE55-CAED-F0A879527560}"/>
              </a:ext>
            </a:extLst>
          </p:cNvPr>
          <p:cNvSpPr>
            <a:spLocks noGrp="1"/>
          </p:cNvSpPr>
          <p:nvPr>
            <p:ph type="body" sz="quarter" idx="10" hasCustomPrompt="1"/>
          </p:nvPr>
        </p:nvSpPr>
        <p:spPr>
          <a:xfrm>
            <a:off x="392113" y="1646238"/>
            <a:ext cx="4440237" cy="908750"/>
          </a:xfrm>
        </p:spPr>
        <p:txBody>
          <a:bodyPr>
            <a:normAutofit/>
          </a:bodyPr>
          <a:lstStyle>
            <a:lvl1pPr marL="0" indent="0">
              <a:buFontTx/>
              <a:buNone/>
              <a:defRPr sz="6600">
                <a:solidFill>
                  <a:schemeClr val="accent4"/>
                </a:solidFill>
              </a:defRPr>
            </a:lvl1pPr>
          </a:lstStyle>
          <a:p>
            <a:pPr lvl="0"/>
            <a:r>
              <a:rPr lang="en-US"/>
              <a:t>Title</a:t>
            </a:r>
          </a:p>
        </p:txBody>
      </p:sp>
      <p:sp>
        <p:nvSpPr>
          <p:cNvPr id="11" name="Text Placeholder 8">
            <a:extLst>
              <a:ext uri="{FF2B5EF4-FFF2-40B4-BE49-F238E27FC236}">
                <a16:creationId xmlns:a16="http://schemas.microsoft.com/office/drawing/2014/main" id="{B1495E4F-8526-27BE-834F-684FA8BFC644}"/>
              </a:ext>
            </a:extLst>
          </p:cNvPr>
          <p:cNvSpPr>
            <a:spLocks noGrp="1"/>
          </p:cNvSpPr>
          <p:nvPr>
            <p:ph type="body" sz="quarter" idx="11" hasCustomPrompt="1"/>
          </p:nvPr>
        </p:nvSpPr>
        <p:spPr>
          <a:xfrm>
            <a:off x="392112" y="2639729"/>
            <a:ext cx="4440237" cy="908750"/>
          </a:xfrm>
        </p:spPr>
        <p:txBody>
          <a:bodyPr>
            <a:normAutofit/>
          </a:bodyPr>
          <a:lstStyle>
            <a:lvl1pPr marL="0" indent="0">
              <a:buFontTx/>
              <a:buNone/>
              <a:defRPr sz="4000"/>
            </a:lvl1pPr>
          </a:lstStyle>
          <a:p>
            <a:pPr lvl="0"/>
            <a:r>
              <a:rPr lang="en-US"/>
              <a:t>Sub-Title</a:t>
            </a:r>
          </a:p>
        </p:txBody>
      </p:sp>
    </p:spTree>
    <p:extLst>
      <p:ext uri="{BB962C8B-B14F-4D97-AF65-F5344CB8AC3E}">
        <p14:creationId xmlns:p14="http://schemas.microsoft.com/office/powerpoint/2010/main" val="5048282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ection Break Slide layout">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6AFFB5B8-275F-4541-94CB-C7A723310F6D}"/>
              </a:ext>
            </a:extLst>
          </p:cNvPr>
          <p:cNvSpPr/>
          <p:nvPr userDrawn="1"/>
        </p:nvSpPr>
        <p:spPr>
          <a:xfrm rot="20330711">
            <a:off x="7416424" y="-293215"/>
            <a:ext cx="234813" cy="7444430"/>
          </a:xfrm>
          <a:custGeom>
            <a:avLst/>
            <a:gdLst>
              <a:gd name="connsiteX0" fmla="*/ 0 w 234813"/>
              <a:gd name="connsiteY0" fmla="*/ 0 h 7444430"/>
              <a:gd name="connsiteX1" fmla="*/ 234813 w 234813"/>
              <a:gd name="connsiteY1" fmla="*/ 90866 h 7444430"/>
              <a:gd name="connsiteX2" fmla="*/ 234813 w 234813"/>
              <a:gd name="connsiteY2" fmla="*/ 7444430 h 7444430"/>
              <a:gd name="connsiteX3" fmla="*/ 0 w 234813"/>
              <a:gd name="connsiteY3" fmla="*/ 7353565 h 7444430"/>
            </a:gdLst>
            <a:ahLst/>
            <a:cxnLst>
              <a:cxn ang="0">
                <a:pos x="connsiteX0" y="connsiteY0"/>
              </a:cxn>
              <a:cxn ang="0">
                <a:pos x="connsiteX1" y="connsiteY1"/>
              </a:cxn>
              <a:cxn ang="0">
                <a:pos x="connsiteX2" y="connsiteY2"/>
              </a:cxn>
              <a:cxn ang="0">
                <a:pos x="connsiteX3" y="connsiteY3"/>
              </a:cxn>
            </a:cxnLst>
            <a:rect l="l" t="t" r="r" b="b"/>
            <a:pathLst>
              <a:path w="234813" h="7444430">
                <a:moveTo>
                  <a:pt x="0" y="0"/>
                </a:moveTo>
                <a:lnTo>
                  <a:pt x="234813" y="90866"/>
                </a:lnTo>
                <a:lnTo>
                  <a:pt x="234813" y="7444430"/>
                </a:lnTo>
                <a:lnTo>
                  <a:pt x="0" y="7353565"/>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3" name="Freeform: Shape 12">
            <a:extLst>
              <a:ext uri="{FF2B5EF4-FFF2-40B4-BE49-F238E27FC236}">
                <a16:creationId xmlns:a16="http://schemas.microsoft.com/office/drawing/2014/main" id="{2A91EB93-1A80-4108-9845-8CEBD98D597C}"/>
              </a:ext>
            </a:extLst>
          </p:cNvPr>
          <p:cNvSpPr/>
          <p:nvPr userDrawn="1"/>
        </p:nvSpPr>
        <p:spPr>
          <a:xfrm rot="20330711">
            <a:off x="8020265" y="-134683"/>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4" name="Freeform: Shape 13">
            <a:extLst>
              <a:ext uri="{FF2B5EF4-FFF2-40B4-BE49-F238E27FC236}">
                <a16:creationId xmlns:a16="http://schemas.microsoft.com/office/drawing/2014/main" id="{F3E07247-868E-438C-BD34-0D0EC28772B4}"/>
              </a:ext>
            </a:extLst>
          </p:cNvPr>
          <p:cNvSpPr/>
          <p:nvPr userDrawn="1"/>
        </p:nvSpPr>
        <p:spPr>
          <a:xfrm rot="20330711" flipH="1" flipV="1">
            <a:off x="10369955" y="4253071"/>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pic>
        <p:nvPicPr>
          <p:cNvPr id="7" name="Picture 6" descr="A blue and white lines&#10;&#10;Description automatically generated">
            <a:extLst>
              <a:ext uri="{FF2B5EF4-FFF2-40B4-BE49-F238E27FC236}">
                <a16:creationId xmlns:a16="http://schemas.microsoft.com/office/drawing/2014/main" id="{A3A5AD3E-6D5C-7CDC-847E-D3AE9A9E740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1999" cy="5855368"/>
          </a:xfrm>
          <a:prstGeom prst="rect">
            <a:avLst/>
          </a:prstGeom>
        </p:spPr>
      </p:pic>
      <p:sp>
        <p:nvSpPr>
          <p:cNvPr id="2" name="Rectangle 1">
            <a:extLst>
              <a:ext uri="{FF2B5EF4-FFF2-40B4-BE49-F238E27FC236}">
                <a16:creationId xmlns:a16="http://schemas.microsoft.com/office/drawing/2014/main" id="{B541F0B9-8C40-C054-F40F-3DEC59F9D62C}"/>
              </a:ext>
            </a:extLst>
          </p:cNvPr>
          <p:cNvSpPr/>
          <p:nvPr userDrawn="1"/>
        </p:nvSpPr>
        <p:spPr>
          <a:xfrm>
            <a:off x="4754563" y="1382713"/>
            <a:ext cx="450850" cy="2894012"/>
          </a:xfrm>
          <a:prstGeom prst="rect">
            <a:avLst/>
          </a:prstGeom>
          <a:solidFill>
            <a:schemeClr val="accent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3" name="Rectangle 2">
            <a:extLst>
              <a:ext uri="{FF2B5EF4-FFF2-40B4-BE49-F238E27FC236}">
                <a16:creationId xmlns:a16="http://schemas.microsoft.com/office/drawing/2014/main" id="{FA39050B-F0B9-5FF8-8AA6-2983BC783EF4}"/>
              </a:ext>
            </a:extLst>
          </p:cNvPr>
          <p:cNvSpPr/>
          <p:nvPr userDrawn="1"/>
        </p:nvSpPr>
        <p:spPr>
          <a:xfrm>
            <a:off x="0" y="1382713"/>
            <a:ext cx="5099050" cy="2894012"/>
          </a:xfrm>
          <a:prstGeom prst="rect">
            <a:avLst/>
          </a:prstGeom>
          <a:solidFill>
            <a:schemeClr val="bg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5" name="Google Shape;106;p16">
            <a:extLst>
              <a:ext uri="{FF2B5EF4-FFF2-40B4-BE49-F238E27FC236}">
                <a16:creationId xmlns:a16="http://schemas.microsoft.com/office/drawing/2014/main" id="{B6F163AE-FC77-BF8B-1CF6-9742B0C890F5}"/>
              </a:ext>
            </a:extLst>
          </p:cNvPr>
          <p:cNvSpPr txBox="1">
            <a:spLocks noChangeArrowheads="1"/>
          </p:cNvSpPr>
          <p:nvPr userDrawn="1"/>
        </p:nvSpPr>
        <p:spPr bwMode="auto">
          <a:xfrm>
            <a:off x="392112" y="3613934"/>
            <a:ext cx="4440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rgbClr val="0B2642"/>
                </a:solidFill>
                <a:latin typeface="Helvetica" pitchFamily="2" charset="0"/>
                <a:ea typeface="Oswald" pitchFamily="2" charset="77"/>
                <a:cs typeface="Microsoft Sans Serif" panose="020B0604020202020204" pitchFamily="34" charset="0"/>
                <a:sym typeface="Oswald" pitchFamily="2" charset="77"/>
              </a:rPr>
              <a:t>Numerical Algorithms Group Ltd</a:t>
            </a:r>
            <a:endParaRPr lang="en-US" altLang="en-US">
              <a:solidFill>
                <a:srgbClr val="0B2642"/>
              </a:solidFill>
              <a:latin typeface="Helvetica" pitchFamily="2" charset="0"/>
              <a:ea typeface="Oswald" pitchFamily="2" charset="77"/>
              <a:cs typeface="Microsoft Sans Serif" panose="020B0604020202020204" pitchFamily="34" charset="0"/>
            </a:endParaRPr>
          </a:p>
        </p:txBody>
      </p:sp>
      <p:sp>
        <p:nvSpPr>
          <p:cNvPr id="9" name="Text Placeholder 8">
            <a:extLst>
              <a:ext uri="{FF2B5EF4-FFF2-40B4-BE49-F238E27FC236}">
                <a16:creationId xmlns:a16="http://schemas.microsoft.com/office/drawing/2014/main" id="{01CF788E-182C-EE55-CAED-F0A879527560}"/>
              </a:ext>
            </a:extLst>
          </p:cNvPr>
          <p:cNvSpPr>
            <a:spLocks noGrp="1"/>
          </p:cNvSpPr>
          <p:nvPr>
            <p:ph type="body" sz="quarter" idx="10" hasCustomPrompt="1"/>
          </p:nvPr>
        </p:nvSpPr>
        <p:spPr>
          <a:xfrm>
            <a:off x="392113" y="1646238"/>
            <a:ext cx="4440237" cy="908750"/>
          </a:xfrm>
        </p:spPr>
        <p:txBody>
          <a:bodyPr>
            <a:normAutofit/>
          </a:bodyPr>
          <a:lstStyle>
            <a:lvl1pPr marL="0" indent="0">
              <a:buFontTx/>
              <a:buNone/>
              <a:defRPr sz="6600">
                <a:solidFill>
                  <a:schemeClr val="accent4"/>
                </a:solidFill>
              </a:defRPr>
            </a:lvl1pPr>
          </a:lstStyle>
          <a:p>
            <a:pPr lvl="0"/>
            <a:r>
              <a:rPr lang="en-US"/>
              <a:t>Title</a:t>
            </a:r>
          </a:p>
        </p:txBody>
      </p:sp>
      <p:sp>
        <p:nvSpPr>
          <p:cNvPr id="11" name="Text Placeholder 8">
            <a:extLst>
              <a:ext uri="{FF2B5EF4-FFF2-40B4-BE49-F238E27FC236}">
                <a16:creationId xmlns:a16="http://schemas.microsoft.com/office/drawing/2014/main" id="{B1495E4F-8526-27BE-834F-684FA8BFC644}"/>
              </a:ext>
            </a:extLst>
          </p:cNvPr>
          <p:cNvSpPr>
            <a:spLocks noGrp="1"/>
          </p:cNvSpPr>
          <p:nvPr>
            <p:ph type="body" sz="quarter" idx="11" hasCustomPrompt="1"/>
          </p:nvPr>
        </p:nvSpPr>
        <p:spPr>
          <a:xfrm>
            <a:off x="392112" y="2639729"/>
            <a:ext cx="4440237" cy="908750"/>
          </a:xfrm>
        </p:spPr>
        <p:txBody>
          <a:bodyPr>
            <a:normAutofit/>
          </a:bodyPr>
          <a:lstStyle>
            <a:lvl1pPr marL="0" indent="0">
              <a:buFontTx/>
              <a:buNone/>
              <a:defRPr sz="4000"/>
            </a:lvl1pPr>
          </a:lstStyle>
          <a:p>
            <a:pPr lvl="0"/>
            <a:r>
              <a:rPr lang="en-US"/>
              <a:t>Sub-Title</a:t>
            </a:r>
          </a:p>
        </p:txBody>
      </p:sp>
    </p:spTree>
    <p:extLst>
      <p:ext uri="{BB962C8B-B14F-4D97-AF65-F5344CB8AC3E}">
        <p14:creationId xmlns:p14="http://schemas.microsoft.com/office/powerpoint/2010/main" val="3341209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Section Break Slide layout">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6AFFB5B8-275F-4541-94CB-C7A723310F6D}"/>
              </a:ext>
            </a:extLst>
          </p:cNvPr>
          <p:cNvSpPr/>
          <p:nvPr userDrawn="1"/>
        </p:nvSpPr>
        <p:spPr>
          <a:xfrm rot="20330711">
            <a:off x="7416424" y="-293215"/>
            <a:ext cx="234813" cy="7444430"/>
          </a:xfrm>
          <a:custGeom>
            <a:avLst/>
            <a:gdLst>
              <a:gd name="connsiteX0" fmla="*/ 0 w 234813"/>
              <a:gd name="connsiteY0" fmla="*/ 0 h 7444430"/>
              <a:gd name="connsiteX1" fmla="*/ 234813 w 234813"/>
              <a:gd name="connsiteY1" fmla="*/ 90866 h 7444430"/>
              <a:gd name="connsiteX2" fmla="*/ 234813 w 234813"/>
              <a:gd name="connsiteY2" fmla="*/ 7444430 h 7444430"/>
              <a:gd name="connsiteX3" fmla="*/ 0 w 234813"/>
              <a:gd name="connsiteY3" fmla="*/ 7353565 h 7444430"/>
            </a:gdLst>
            <a:ahLst/>
            <a:cxnLst>
              <a:cxn ang="0">
                <a:pos x="connsiteX0" y="connsiteY0"/>
              </a:cxn>
              <a:cxn ang="0">
                <a:pos x="connsiteX1" y="connsiteY1"/>
              </a:cxn>
              <a:cxn ang="0">
                <a:pos x="connsiteX2" y="connsiteY2"/>
              </a:cxn>
              <a:cxn ang="0">
                <a:pos x="connsiteX3" y="connsiteY3"/>
              </a:cxn>
            </a:cxnLst>
            <a:rect l="l" t="t" r="r" b="b"/>
            <a:pathLst>
              <a:path w="234813" h="7444430">
                <a:moveTo>
                  <a:pt x="0" y="0"/>
                </a:moveTo>
                <a:lnTo>
                  <a:pt x="234813" y="90866"/>
                </a:lnTo>
                <a:lnTo>
                  <a:pt x="234813" y="7444430"/>
                </a:lnTo>
                <a:lnTo>
                  <a:pt x="0" y="7353565"/>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3" name="Freeform: Shape 12">
            <a:extLst>
              <a:ext uri="{FF2B5EF4-FFF2-40B4-BE49-F238E27FC236}">
                <a16:creationId xmlns:a16="http://schemas.microsoft.com/office/drawing/2014/main" id="{2A91EB93-1A80-4108-9845-8CEBD98D597C}"/>
              </a:ext>
            </a:extLst>
          </p:cNvPr>
          <p:cNvSpPr/>
          <p:nvPr userDrawn="1"/>
        </p:nvSpPr>
        <p:spPr>
          <a:xfrm rot="20330711">
            <a:off x="8020265" y="-134683"/>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pic>
        <p:nvPicPr>
          <p:cNvPr id="6" name="Picture 5" descr="A close-up of a building&#10;&#10;Description automatically generated">
            <a:extLst>
              <a:ext uri="{FF2B5EF4-FFF2-40B4-BE49-F238E27FC236}">
                <a16:creationId xmlns:a16="http://schemas.microsoft.com/office/drawing/2014/main" id="{7F5E8B2C-585D-FB1E-5347-ADCAC290F5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7757"/>
            <a:ext cx="12192000" cy="5847612"/>
          </a:xfrm>
          <a:prstGeom prst="rect">
            <a:avLst/>
          </a:prstGeom>
        </p:spPr>
      </p:pic>
      <p:sp>
        <p:nvSpPr>
          <p:cNvPr id="14" name="Freeform: Shape 13">
            <a:extLst>
              <a:ext uri="{FF2B5EF4-FFF2-40B4-BE49-F238E27FC236}">
                <a16:creationId xmlns:a16="http://schemas.microsoft.com/office/drawing/2014/main" id="{F3E07247-868E-438C-BD34-0D0EC28772B4}"/>
              </a:ext>
            </a:extLst>
          </p:cNvPr>
          <p:cNvSpPr/>
          <p:nvPr userDrawn="1"/>
        </p:nvSpPr>
        <p:spPr>
          <a:xfrm rot="20330711" flipH="1" flipV="1">
            <a:off x="10369955" y="4253071"/>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2" name="Rectangle 1">
            <a:extLst>
              <a:ext uri="{FF2B5EF4-FFF2-40B4-BE49-F238E27FC236}">
                <a16:creationId xmlns:a16="http://schemas.microsoft.com/office/drawing/2014/main" id="{B541F0B9-8C40-C054-F40F-3DEC59F9D62C}"/>
              </a:ext>
            </a:extLst>
          </p:cNvPr>
          <p:cNvSpPr/>
          <p:nvPr userDrawn="1"/>
        </p:nvSpPr>
        <p:spPr>
          <a:xfrm>
            <a:off x="4754563" y="1382713"/>
            <a:ext cx="450850" cy="2894012"/>
          </a:xfrm>
          <a:prstGeom prst="rect">
            <a:avLst/>
          </a:prstGeom>
          <a:solidFill>
            <a:schemeClr val="accent3"/>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3" name="Rectangle 2">
            <a:extLst>
              <a:ext uri="{FF2B5EF4-FFF2-40B4-BE49-F238E27FC236}">
                <a16:creationId xmlns:a16="http://schemas.microsoft.com/office/drawing/2014/main" id="{FA39050B-F0B9-5FF8-8AA6-2983BC783EF4}"/>
              </a:ext>
            </a:extLst>
          </p:cNvPr>
          <p:cNvSpPr/>
          <p:nvPr userDrawn="1"/>
        </p:nvSpPr>
        <p:spPr>
          <a:xfrm>
            <a:off x="0" y="1382713"/>
            <a:ext cx="5099050" cy="2894012"/>
          </a:xfrm>
          <a:prstGeom prst="rect">
            <a:avLst/>
          </a:prstGeom>
          <a:solidFill>
            <a:schemeClr val="bg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5" name="Google Shape;106;p16">
            <a:extLst>
              <a:ext uri="{FF2B5EF4-FFF2-40B4-BE49-F238E27FC236}">
                <a16:creationId xmlns:a16="http://schemas.microsoft.com/office/drawing/2014/main" id="{B6F163AE-FC77-BF8B-1CF6-9742B0C890F5}"/>
              </a:ext>
            </a:extLst>
          </p:cNvPr>
          <p:cNvSpPr txBox="1">
            <a:spLocks noChangeArrowheads="1"/>
          </p:cNvSpPr>
          <p:nvPr userDrawn="1"/>
        </p:nvSpPr>
        <p:spPr bwMode="auto">
          <a:xfrm>
            <a:off x="392112" y="3613934"/>
            <a:ext cx="4440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rgbClr val="0B2642"/>
                </a:solidFill>
                <a:latin typeface="Helvetica" pitchFamily="2" charset="0"/>
                <a:ea typeface="Oswald" pitchFamily="2" charset="77"/>
                <a:cs typeface="Microsoft Sans Serif" panose="020B0604020202020204" pitchFamily="34" charset="0"/>
                <a:sym typeface="Oswald" pitchFamily="2" charset="77"/>
              </a:rPr>
              <a:t>Numerical Algorithms Group Ltd</a:t>
            </a:r>
            <a:endParaRPr lang="en-US" altLang="en-US">
              <a:solidFill>
                <a:srgbClr val="0B2642"/>
              </a:solidFill>
              <a:latin typeface="Helvetica" pitchFamily="2" charset="0"/>
              <a:ea typeface="Oswald" pitchFamily="2" charset="77"/>
              <a:cs typeface="Microsoft Sans Serif" panose="020B0604020202020204" pitchFamily="34" charset="0"/>
            </a:endParaRPr>
          </a:p>
        </p:txBody>
      </p:sp>
      <p:sp>
        <p:nvSpPr>
          <p:cNvPr id="9" name="Text Placeholder 8">
            <a:extLst>
              <a:ext uri="{FF2B5EF4-FFF2-40B4-BE49-F238E27FC236}">
                <a16:creationId xmlns:a16="http://schemas.microsoft.com/office/drawing/2014/main" id="{01CF788E-182C-EE55-CAED-F0A879527560}"/>
              </a:ext>
            </a:extLst>
          </p:cNvPr>
          <p:cNvSpPr>
            <a:spLocks noGrp="1"/>
          </p:cNvSpPr>
          <p:nvPr>
            <p:ph type="body" sz="quarter" idx="10" hasCustomPrompt="1"/>
          </p:nvPr>
        </p:nvSpPr>
        <p:spPr>
          <a:xfrm>
            <a:off x="392113" y="1646238"/>
            <a:ext cx="4440237" cy="908750"/>
          </a:xfrm>
        </p:spPr>
        <p:txBody>
          <a:bodyPr>
            <a:normAutofit/>
          </a:bodyPr>
          <a:lstStyle>
            <a:lvl1pPr marL="0" indent="0">
              <a:buFontTx/>
              <a:buNone/>
              <a:defRPr sz="6600">
                <a:solidFill>
                  <a:schemeClr val="accent4"/>
                </a:solidFill>
              </a:defRPr>
            </a:lvl1pPr>
          </a:lstStyle>
          <a:p>
            <a:pPr lvl="0"/>
            <a:r>
              <a:rPr lang="en-US"/>
              <a:t>Title</a:t>
            </a:r>
          </a:p>
        </p:txBody>
      </p:sp>
      <p:sp>
        <p:nvSpPr>
          <p:cNvPr id="11" name="Text Placeholder 8">
            <a:extLst>
              <a:ext uri="{FF2B5EF4-FFF2-40B4-BE49-F238E27FC236}">
                <a16:creationId xmlns:a16="http://schemas.microsoft.com/office/drawing/2014/main" id="{B1495E4F-8526-27BE-834F-684FA8BFC644}"/>
              </a:ext>
            </a:extLst>
          </p:cNvPr>
          <p:cNvSpPr>
            <a:spLocks noGrp="1"/>
          </p:cNvSpPr>
          <p:nvPr>
            <p:ph type="body" sz="quarter" idx="11" hasCustomPrompt="1"/>
          </p:nvPr>
        </p:nvSpPr>
        <p:spPr>
          <a:xfrm>
            <a:off x="392112" y="2639729"/>
            <a:ext cx="4440237" cy="908750"/>
          </a:xfrm>
        </p:spPr>
        <p:txBody>
          <a:bodyPr>
            <a:normAutofit/>
          </a:bodyPr>
          <a:lstStyle>
            <a:lvl1pPr marL="0" indent="0">
              <a:buFontTx/>
              <a:buNone/>
              <a:defRPr sz="4000"/>
            </a:lvl1pPr>
          </a:lstStyle>
          <a:p>
            <a:pPr lvl="0"/>
            <a:r>
              <a:rPr lang="en-US"/>
              <a:t>Sub-Title</a:t>
            </a:r>
          </a:p>
        </p:txBody>
      </p:sp>
    </p:spTree>
    <p:extLst>
      <p:ext uri="{BB962C8B-B14F-4D97-AF65-F5344CB8AC3E}">
        <p14:creationId xmlns:p14="http://schemas.microsoft.com/office/powerpoint/2010/main" val="4120077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Section Break Slide layout">
    <p:bg>
      <p:bgPr>
        <a:solidFill>
          <a:schemeClr val="bg1"/>
        </a:solidFill>
        <a:effectLst/>
      </p:bgPr>
    </p:bg>
    <p:spTree>
      <p:nvGrpSpPr>
        <p:cNvPr id="1" name=""/>
        <p:cNvGrpSpPr/>
        <p:nvPr/>
      </p:nvGrpSpPr>
      <p:grpSpPr>
        <a:xfrm>
          <a:off x="0" y="0"/>
          <a:ext cx="0" cy="0"/>
          <a:chOff x="0" y="0"/>
          <a:chExt cx="0" cy="0"/>
        </a:xfrm>
      </p:grpSpPr>
      <p:pic>
        <p:nvPicPr>
          <p:cNvPr id="7" name="Picture 6" descr="A low angle view of a glass building&#10;&#10;Description automatically generated">
            <a:extLst>
              <a:ext uri="{FF2B5EF4-FFF2-40B4-BE49-F238E27FC236}">
                <a16:creationId xmlns:a16="http://schemas.microsoft.com/office/drawing/2014/main" id="{BE45DE3F-8DE5-32C3-5770-C0C4B8262D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882640"/>
          </a:xfrm>
          <a:prstGeom prst="rect">
            <a:avLst/>
          </a:prstGeom>
        </p:spPr>
      </p:pic>
      <p:sp>
        <p:nvSpPr>
          <p:cNvPr id="13" name="Freeform: Shape 12">
            <a:extLst>
              <a:ext uri="{FF2B5EF4-FFF2-40B4-BE49-F238E27FC236}">
                <a16:creationId xmlns:a16="http://schemas.microsoft.com/office/drawing/2014/main" id="{2A91EB93-1A80-4108-9845-8CEBD98D597C}"/>
              </a:ext>
            </a:extLst>
          </p:cNvPr>
          <p:cNvSpPr/>
          <p:nvPr userDrawn="1"/>
        </p:nvSpPr>
        <p:spPr>
          <a:xfrm rot="20330711">
            <a:off x="8020265" y="-134683"/>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4" name="Freeform: Shape 13">
            <a:extLst>
              <a:ext uri="{FF2B5EF4-FFF2-40B4-BE49-F238E27FC236}">
                <a16:creationId xmlns:a16="http://schemas.microsoft.com/office/drawing/2014/main" id="{F3E07247-868E-438C-BD34-0D0EC28772B4}"/>
              </a:ext>
            </a:extLst>
          </p:cNvPr>
          <p:cNvSpPr/>
          <p:nvPr userDrawn="1"/>
        </p:nvSpPr>
        <p:spPr>
          <a:xfrm rot="20330711" flipH="1" flipV="1">
            <a:off x="10369955" y="4253071"/>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2" name="Rectangle 1">
            <a:extLst>
              <a:ext uri="{FF2B5EF4-FFF2-40B4-BE49-F238E27FC236}">
                <a16:creationId xmlns:a16="http://schemas.microsoft.com/office/drawing/2014/main" id="{B541F0B9-8C40-C054-F40F-3DEC59F9D62C}"/>
              </a:ext>
            </a:extLst>
          </p:cNvPr>
          <p:cNvSpPr/>
          <p:nvPr userDrawn="1"/>
        </p:nvSpPr>
        <p:spPr>
          <a:xfrm>
            <a:off x="4754563" y="1382713"/>
            <a:ext cx="450850" cy="2894012"/>
          </a:xfrm>
          <a:prstGeom prst="rect">
            <a:avLst/>
          </a:prstGeom>
          <a:solidFill>
            <a:schemeClr val="accent3"/>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3" name="Rectangle 2">
            <a:extLst>
              <a:ext uri="{FF2B5EF4-FFF2-40B4-BE49-F238E27FC236}">
                <a16:creationId xmlns:a16="http://schemas.microsoft.com/office/drawing/2014/main" id="{FA39050B-F0B9-5FF8-8AA6-2983BC783EF4}"/>
              </a:ext>
            </a:extLst>
          </p:cNvPr>
          <p:cNvSpPr/>
          <p:nvPr userDrawn="1"/>
        </p:nvSpPr>
        <p:spPr>
          <a:xfrm>
            <a:off x="0" y="1382713"/>
            <a:ext cx="5099050" cy="2894012"/>
          </a:xfrm>
          <a:prstGeom prst="rect">
            <a:avLst/>
          </a:prstGeom>
          <a:solidFill>
            <a:schemeClr val="bg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5" name="Google Shape;106;p16">
            <a:extLst>
              <a:ext uri="{FF2B5EF4-FFF2-40B4-BE49-F238E27FC236}">
                <a16:creationId xmlns:a16="http://schemas.microsoft.com/office/drawing/2014/main" id="{B6F163AE-FC77-BF8B-1CF6-9742B0C890F5}"/>
              </a:ext>
            </a:extLst>
          </p:cNvPr>
          <p:cNvSpPr txBox="1">
            <a:spLocks noChangeArrowheads="1"/>
          </p:cNvSpPr>
          <p:nvPr userDrawn="1"/>
        </p:nvSpPr>
        <p:spPr bwMode="auto">
          <a:xfrm>
            <a:off x="392112" y="3613934"/>
            <a:ext cx="4440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rgbClr val="0B2642"/>
                </a:solidFill>
                <a:latin typeface="Helvetica" pitchFamily="2" charset="0"/>
                <a:ea typeface="Oswald" pitchFamily="2" charset="77"/>
                <a:cs typeface="Microsoft Sans Serif" panose="020B0604020202020204" pitchFamily="34" charset="0"/>
                <a:sym typeface="Oswald" pitchFamily="2" charset="77"/>
              </a:rPr>
              <a:t>Numerical Algorithms Group Ltd</a:t>
            </a:r>
            <a:endParaRPr lang="en-US" altLang="en-US">
              <a:solidFill>
                <a:srgbClr val="0B2642"/>
              </a:solidFill>
              <a:latin typeface="Helvetica" pitchFamily="2" charset="0"/>
              <a:ea typeface="Oswald" pitchFamily="2" charset="77"/>
              <a:cs typeface="Microsoft Sans Serif" panose="020B0604020202020204" pitchFamily="34" charset="0"/>
            </a:endParaRPr>
          </a:p>
        </p:txBody>
      </p:sp>
      <p:sp>
        <p:nvSpPr>
          <p:cNvPr id="9" name="Text Placeholder 8">
            <a:extLst>
              <a:ext uri="{FF2B5EF4-FFF2-40B4-BE49-F238E27FC236}">
                <a16:creationId xmlns:a16="http://schemas.microsoft.com/office/drawing/2014/main" id="{01CF788E-182C-EE55-CAED-F0A879527560}"/>
              </a:ext>
            </a:extLst>
          </p:cNvPr>
          <p:cNvSpPr>
            <a:spLocks noGrp="1"/>
          </p:cNvSpPr>
          <p:nvPr>
            <p:ph type="body" sz="quarter" idx="10" hasCustomPrompt="1"/>
          </p:nvPr>
        </p:nvSpPr>
        <p:spPr>
          <a:xfrm>
            <a:off x="392113" y="1646238"/>
            <a:ext cx="4440237" cy="908750"/>
          </a:xfrm>
        </p:spPr>
        <p:txBody>
          <a:bodyPr>
            <a:normAutofit/>
          </a:bodyPr>
          <a:lstStyle>
            <a:lvl1pPr marL="0" indent="0">
              <a:buFontTx/>
              <a:buNone/>
              <a:defRPr sz="6600">
                <a:solidFill>
                  <a:schemeClr val="accent4"/>
                </a:solidFill>
              </a:defRPr>
            </a:lvl1pPr>
          </a:lstStyle>
          <a:p>
            <a:pPr lvl="0"/>
            <a:r>
              <a:rPr lang="en-US"/>
              <a:t>Title</a:t>
            </a:r>
          </a:p>
        </p:txBody>
      </p:sp>
      <p:sp>
        <p:nvSpPr>
          <p:cNvPr id="11" name="Text Placeholder 8">
            <a:extLst>
              <a:ext uri="{FF2B5EF4-FFF2-40B4-BE49-F238E27FC236}">
                <a16:creationId xmlns:a16="http://schemas.microsoft.com/office/drawing/2014/main" id="{B1495E4F-8526-27BE-834F-684FA8BFC644}"/>
              </a:ext>
            </a:extLst>
          </p:cNvPr>
          <p:cNvSpPr>
            <a:spLocks noGrp="1"/>
          </p:cNvSpPr>
          <p:nvPr>
            <p:ph type="body" sz="quarter" idx="11" hasCustomPrompt="1"/>
          </p:nvPr>
        </p:nvSpPr>
        <p:spPr>
          <a:xfrm>
            <a:off x="392112" y="2639729"/>
            <a:ext cx="4440237" cy="908750"/>
          </a:xfrm>
        </p:spPr>
        <p:txBody>
          <a:bodyPr>
            <a:normAutofit/>
          </a:bodyPr>
          <a:lstStyle>
            <a:lvl1pPr marL="0" indent="0">
              <a:buFontTx/>
              <a:buNone/>
              <a:defRPr sz="4000"/>
            </a:lvl1pPr>
          </a:lstStyle>
          <a:p>
            <a:pPr lvl="0"/>
            <a:r>
              <a:rPr lang="en-US"/>
              <a:t>Sub-Title</a:t>
            </a:r>
          </a:p>
        </p:txBody>
      </p:sp>
    </p:spTree>
    <p:extLst>
      <p:ext uri="{BB962C8B-B14F-4D97-AF65-F5344CB8AC3E}">
        <p14:creationId xmlns:p14="http://schemas.microsoft.com/office/powerpoint/2010/main" val="17956911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Section Break Slide layout">
    <p:bg>
      <p:bgPr>
        <a:solidFill>
          <a:schemeClr val="bg1"/>
        </a:solidFill>
        <a:effectLst/>
      </p:bgPr>
    </p:bg>
    <p:spTree>
      <p:nvGrpSpPr>
        <p:cNvPr id="1" name=""/>
        <p:cNvGrpSpPr/>
        <p:nvPr/>
      </p:nvGrpSpPr>
      <p:grpSpPr>
        <a:xfrm>
          <a:off x="0" y="0"/>
          <a:ext cx="0" cy="0"/>
          <a:chOff x="0" y="0"/>
          <a:chExt cx="0" cy="0"/>
        </a:xfrm>
      </p:grpSpPr>
      <p:pic>
        <p:nvPicPr>
          <p:cNvPr id="7" name="Picture 6" descr="A city with many tall buildings&#10;&#10;Description automatically generated">
            <a:extLst>
              <a:ext uri="{FF2B5EF4-FFF2-40B4-BE49-F238E27FC236}">
                <a16:creationId xmlns:a16="http://schemas.microsoft.com/office/drawing/2014/main" id="{085A66F8-009D-ADAB-33AA-886383A56A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775158"/>
          </a:xfrm>
          <a:prstGeom prst="rect">
            <a:avLst/>
          </a:prstGeom>
        </p:spPr>
      </p:pic>
      <p:sp>
        <p:nvSpPr>
          <p:cNvPr id="10" name="Freeform: Shape 9">
            <a:extLst>
              <a:ext uri="{FF2B5EF4-FFF2-40B4-BE49-F238E27FC236}">
                <a16:creationId xmlns:a16="http://schemas.microsoft.com/office/drawing/2014/main" id="{6AFFB5B8-275F-4541-94CB-C7A723310F6D}"/>
              </a:ext>
            </a:extLst>
          </p:cNvPr>
          <p:cNvSpPr/>
          <p:nvPr userDrawn="1"/>
        </p:nvSpPr>
        <p:spPr>
          <a:xfrm rot="20330711">
            <a:off x="7416424" y="-293215"/>
            <a:ext cx="234813" cy="7444430"/>
          </a:xfrm>
          <a:custGeom>
            <a:avLst/>
            <a:gdLst>
              <a:gd name="connsiteX0" fmla="*/ 0 w 234813"/>
              <a:gd name="connsiteY0" fmla="*/ 0 h 7444430"/>
              <a:gd name="connsiteX1" fmla="*/ 234813 w 234813"/>
              <a:gd name="connsiteY1" fmla="*/ 90866 h 7444430"/>
              <a:gd name="connsiteX2" fmla="*/ 234813 w 234813"/>
              <a:gd name="connsiteY2" fmla="*/ 7444430 h 7444430"/>
              <a:gd name="connsiteX3" fmla="*/ 0 w 234813"/>
              <a:gd name="connsiteY3" fmla="*/ 7353565 h 7444430"/>
            </a:gdLst>
            <a:ahLst/>
            <a:cxnLst>
              <a:cxn ang="0">
                <a:pos x="connsiteX0" y="connsiteY0"/>
              </a:cxn>
              <a:cxn ang="0">
                <a:pos x="connsiteX1" y="connsiteY1"/>
              </a:cxn>
              <a:cxn ang="0">
                <a:pos x="connsiteX2" y="connsiteY2"/>
              </a:cxn>
              <a:cxn ang="0">
                <a:pos x="connsiteX3" y="connsiteY3"/>
              </a:cxn>
            </a:cxnLst>
            <a:rect l="l" t="t" r="r" b="b"/>
            <a:pathLst>
              <a:path w="234813" h="7444430">
                <a:moveTo>
                  <a:pt x="0" y="0"/>
                </a:moveTo>
                <a:lnTo>
                  <a:pt x="234813" y="90866"/>
                </a:lnTo>
                <a:lnTo>
                  <a:pt x="234813" y="7444430"/>
                </a:lnTo>
                <a:lnTo>
                  <a:pt x="0" y="7353565"/>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3" name="Freeform: Shape 12">
            <a:extLst>
              <a:ext uri="{FF2B5EF4-FFF2-40B4-BE49-F238E27FC236}">
                <a16:creationId xmlns:a16="http://schemas.microsoft.com/office/drawing/2014/main" id="{2A91EB93-1A80-4108-9845-8CEBD98D597C}"/>
              </a:ext>
            </a:extLst>
          </p:cNvPr>
          <p:cNvSpPr/>
          <p:nvPr userDrawn="1"/>
        </p:nvSpPr>
        <p:spPr>
          <a:xfrm rot="20330711">
            <a:off x="8020265" y="-134683"/>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14" name="Freeform: Shape 13">
            <a:extLst>
              <a:ext uri="{FF2B5EF4-FFF2-40B4-BE49-F238E27FC236}">
                <a16:creationId xmlns:a16="http://schemas.microsoft.com/office/drawing/2014/main" id="{F3E07247-868E-438C-BD34-0D0EC28772B4}"/>
              </a:ext>
            </a:extLst>
          </p:cNvPr>
          <p:cNvSpPr/>
          <p:nvPr userDrawn="1"/>
        </p:nvSpPr>
        <p:spPr>
          <a:xfrm rot="20330711" flipH="1" flipV="1">
            <a:off x="10369955" y="4253071"/>
            <a:ext cx="234813" cy="2739613"/>
          </a:xfrm>
          <a:custGeom>
            <a:avLst/>
            <a:gdLst>
              <a:gd name="connsiteX0" fmla="*/ 0 w 234813"/>
              <a:gd name="connsiteY0" fmla="*/ 0 h 2739613"/>
              <a:gd name="connsiteX1" fmla="*/ 234813 w 234813"/>
              <a:gd name="connsiteY1" fmla="*/ 90866 h 2739613"/>
              <a:gd name="connsiteX2" fmla="*/ 234813 w 234813"/>
              <a:gd name="connsiteY2" fmla="*/ 2739613 h 2739613"/>
              <a:gd name="connsiteX3" fmla="*/ 0 w 234813"/>
              <a:gd name="connsiteY3" fmla="*/ 2648748 h 2739613"/>
            </a:gdLst>
            <a:ahLst/>
            <a:cxnLst>
              <a:cxn ang="0">
                <a:pos x="connsiteX0" y="connsiteY0"/>
              </a:cxn>
              <a:cxn ang="0">
                <a:pos x="connsiteX1" y="connsiteY1"/>
              </a:cxn>
              <a:cxn ang="0">
                <a:pos x="connsiteX2" y="connsiteY2"/>
              </a:cxn>
              <a:cxn ang="0">
                <a:pos x="connsiteX3" y="connsiteY3"/>
              </a:cxn>
            </a:cxnLst>
            <a:rect l="l" t="t" r="r" b="b"/>
            <a:pathLst>
              <a:path w="234813" h="2739613">
                <a:moveTo>
                  <a:pt x="0" y="0"/>
                </a:moveTo>
                <a:lnTo>
                  <a:pt x="234813" y="90866"/>
                </a:lnTo>
                <a:lnTo>
                  <a:pt x="234813" y="2739613"/>
                </a:lnTo>
                <a:lnTo>
                  <a:pt x="0" y="2648748"/>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Arial" panose="020B0604020202020204" pitchFamily="34" charset="0"/>
            </a:endParaRPr>
          </a:p>
        </p:txBody>
      </p:sp>
      <p:sp>
        <p:nvSpPr>
          <p:cNvPr id="2" name="Rectangle 1">
            <a:extLst>
              <a:ext uri="{FF2B5EF4-FFF2-40B4-BE49-F238E27FC236}">
                <a16:creationId xmlns:a16="http://schemas.microsoft.com/office/drawing/2014/main" id="{B541F0B9-8C40-C054-F40F-3DEC59F9D62C}"/>
              </a:ext>
            </a:extLst>
          </p:cNvPr>
          <p:cNvSpPr/>
          <p:nvPr userDrawn="1"/>
        </p:nvSpPr>
        <p:spPr>
          <a:xfrm>
            <a:off x="4754563" y="1382713"/>
            <a:ext cx="450850" cy="2894012"/>
          </a:xfrm>
          <a:prstGeom prst="rect">
            <a:avLst/>
          </a:prstGeom>
          <a:solidFill>
            <a:schemeClr val="tx2"/>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3" name="Rectangle 2">
            <a:extLst>
              <a:ext uri="{FF2B5EF4-FFF2-40B4-BE49-F238E27FC236}">
                <a16:creationId xmlns:a16="http://schemas.microsoft.com/office/drawing/2014/main" id="{FA39050B-F0B9-5FF8-8AA6-2983BC783EF4}"/>
              </a:ext>
            </a:extLst>
          </p:cNvPr>
          <p:cNvSpPr/>
          <p:nvPr userDrawn="1"/>
        </p:nvSpPr>
        <p:spPr>
          <a:xfrm>
            <a:off x="0" y="1382713"/>
            <a:ext cx="5099050" cy="2894012"/>
          </a:xfrm>
          <a:prstGeom prst="rect">
            <a:avLst/>
          </a:prstGeom>
          <a:solidFill>
            <a:schemeClr val="bg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5" name="Google Shape;106;p16">
            <a:extLst>
              <a:ext uri="{FF2B5EF4-FFF2-40B4-BE49-F238E27FC236}">
                <a16:creationId xmlns:a16="http://schemas.microsoft.com/office/drawing/2014/main" id="{B6F163AE-FC77-BF8B-1CF6-9742B0C890F5}"/>
              </a:ext>
            </a:extLst>
          </p:cNvPr>
          <p:cNvSpPr txBox="1">
            <a:spLocks noChangeArrowheads="1"/>
          </p:cNvSpPr>
          <p:nvPr userDrawn="1"/>
        </p:nvSpPr>
        <p:spPr bwMode="auto">
          <a:xfrm>
            <a:off x="392112" y="3613934"/>
            <a:ext cx="4440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rgbClr val="0B2642"/>
                </a:solidFill>
                <a:latin typeface="Helvetica" pitchFamily="2" charset="0"/>
                <a:ea typeface="Oswald" pitchFamily="2" charset="77"/>
                <a:cs typeface="Microsoft Sans Serif" panose="020B0604020202020204" pitchFamily="34" charset="0"/>
                <a:sym typeface="Oswald" pitchFamily="2" charset="77"/>
              </a:rPr>
              <a:t>Numerical Algorithms Group Ltd</a:t>
            </a:r>
            <a:endParaRPr lang="en-US" altLang="en-US">
              <a:solidFill>
                <a:srgbClr val="0B2642"/>
              </a:solidFill>
              <a:latin typeface="Helvetica" pitchFamily="2" charset="0"/>
              <a:ea typeface="Oswald" pitchFamily="2" charset="77"/>
              <a:cs typeface="Microsoft Sans Serif" panose="020B0604020202020204" pitchFamily="34" charset="0"/>
            </a:endParaRPr>
          </a:p>
        </p:txBody>
      </p:sp>
      <p:sp>
        <p:nvSpPr>
          <p:cNvPr id="9" name="Text Placeholder 8">
            <a:extLst>
              <a:ext uri="{FF2B5EF4-FFF2-40B4-BE49-F238E27FC236}">
                <a16:creationId xmlns:a16="http://schemas.microsoft.com/office/drawing/2014/main" id="{01CF788E-182C-EE55-CAED-F0A879527560}"/>
              </a:ext>
            </a:extLst>
          </p:cNvPr>
          <p:cNvSpPr>
            <a:spLocks noGrp="1"/>
          </p:cNvSpPr>
          <p:nvPr>
            <p:ph type="body" sz="quarter" idx="10" hasCustomPrompt="1"/>
          </p:nvPr>
        </p:nvSpPr>
        <p:spPr>
          <a:xfrm>
            <a:off x="392113" y="1646238"/>
            <a:ext cx="4440237" cy="908750"/>
          </a:xfrm>
        </p:spPr>
        <p:txBody>
          <a:bodyPr>
            <a:normAutofit/>
          </a:bodyPr>
          <a:lstStyle>
            <a:lvl1pPr marL="0" indent="0">
              <a:buFontTx/>
              <a:buNone/>
              <a:defRPr sz="6600">
                <a:solidFill>
                  <a:schemeClr val="accent4"/>
                </a:solidFill>
              </a:defRPr>
            </a:lvl1pPr>
          </a:lstStyle>
          <a:p>
            <a:pPr lvl="0"/>
            <a:r>
              <a:rPr lang="en-US"/>
              <a:t>Title</a:t>
            </a:r>
          </a:p>
        </p:txBody>
      </p:sp>
      <p:sp>
        <p:nvSpPr>
          <p:cNvPr id="11" name="Text Placeholder 8">
            <a:extLst>
              <a:ext uri="{FF2B5EF4-FFF2-40B4-BE49-F238E27FC236}">
                <a16:creationId xmlns:a16="http://schemas.microsoft.com/office/drawing/2014/main" id="{B1495E4F-8526-27BE-834F-684FA8BFC644}"/>
              </a:ext>
            </a:extLst>
          </p:cNvPr>
          <p:cNvSpPr>
            <a:spLocks noGrp="1"/>
          </p:cNvSpPr>
          <p:nvPr>
            <p:ph type="body" sz="quarter" idx="11" hasCustomPrompt="1"/>
          </p:nvPr>
        </p:nvSpPr>
        <p:spPr>
          <a:xfrm>
            <a:off x="392112" y="2639729"/>
            <a:ext cx="4440237" cy="908750"/>
          </a:xfrm>
        </p:spPr>
        <p:txBody>
          <a:bodyPr>
            <a:normAutofit/>
          </a:bodyPr>
          <a:lstStyle>
            <a:lvl1pPr marL="0" indent="0">
              <a:buFontTx/>
              <a:buNone/>
              <a:defRPr sz="4000"/>
            </a:lvl1pPr>
          </a:lstStyle>
          <a:p>
            <a:pPr lvl="0"/>
            <a:r>
              <a:rPr lang="en-US"/>
              <a:t>Sub-Title</a:t>
            </a:r>
          </a:p>
        </p:txBody>
      </p:sp>
    </p:spTree>
    <p:extLst>
      <p:ext uri="{BB962C8B-B14F-4D97-AF65-F5344CB8AC3E}">
        <p14:creationId xmlns:p14="http://schemas.microsoft.com/office/powerpoint/2010/main" val="871115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Section Break Slide layout">
    <p:bg>
      <p:bgPr>
        <a:solidFill>
          <a:schemeClr val="bg1"/>
        </a:solidFill>
        <a:effectLst/>
      </p:bgPr>
    </p:bg>
    <p:spTree>
      <p:nvGrpSpPr>
        <p:cNvPr id="1" name=""/>
        <p:cNvGrpSpPr/>
        <p:nvPr/>
      </p:nvGrpSpPr>
      <p:grpSpPr>
        <a:xfrm>
          <a:off x="0" y="0"/>
          <a:ext cx="0" cy="0"/>
          <a:chOff x="0" y="0"/>
          <a:chExt cx="0" cy="0"/>
        </a:xfrm>
      </p:grpSpPr>
      <p:pic>
        <p:nvPicPr>
          <p:cNvPr id="6" name="Picture 5" descr="A city skyline at night&#10;&#10;Description automatically generated">
            <a:extLst>
              <a:ext uri="{FF2B5EF4-FFF2-40B4-BE49-F238E27FC236}">
                <a16:creationId xmlns:a16="http://schemas.microsoft.com/office/drawing/2014/main" id="{5EB8477C-3A49-772F-7E87-2F8E69D4CA4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82"/>
          <a:stretch/>
        </p:blipFill>
        <p:spPr>
          <a:xfrm>
            <a:off x="-44452" y="0"/>
            <a:ext cx="12236451" cy="5903495"/>
          </a:xfrm>
          <a:prstGeom prst="rect">
            <a:avLst/>
          </a:prstGeom>
        </p:spPr>
      </p:pic>
      <p:sp>
        <p:nvSpPr>
          <p:cNvPr id="2" name="Rectangle 1">
            <a:extLst>
              <a:ext uri="{FF2B5EF4-FFF2-40B4-BE49-F238E27FC236}">
                <a16:creationId xmlns:a16="http://schemas.microsoft.com/office/drawing/2014/main" id="{B541F0B9-8C40-C054-F40F-3DEC59F9D62C}"/>
              </a:ext>
            </a:extLst>
          </p:cNvPr>
          <p:cNvSpPr/>
          <p:nvPr userDrawn="1"/>
        </p:nvSpPr>
        <p:spPr>
          <a:xfrm>
            <a:off x="4754563" y="1382713"/>
            <a:ext cx="450850" cy="2894012"/>
          </a:xfrm>
          <a:prstGeom prst="rect">
            <a:avLst/>
          </a:prstGeom>
          <a:solidFill>
            <a:schemeClr val="accent1">
              <a:lumMod val="60000"/>
              <a:lumOff val="40000"/>
            </a:schemeClr>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3" name="Rectangle 2">
            <a:extLst>
              <a:ext uri="{FF2B5EF4-FFF2-40B4-BE49-F238E27FC236}">
                <a16:creationId xmlns:a16="http://schemas.microsoft.com/office/drawing/2014/main" id="{FA39050B-F0B9-5FF8-8AA6-2983BC783EF4}"/>
              </a:ext>
            </a:extLst>
          </p:cNvPr>
          <p:cNvSpPr/>
          <p:nvPr userDrawn="1"/>
        </p:nvSpPr>
        <p:spPr>
          <a:xfrm>
            <a:off x="0" y="1382713"/>
            <a:ext cx="5099050" cy="2894012"/>
          </a:xfrm>
          <a:prstGeom prst="rect">
            <a:avLst/>
          </a:prstGeom>
          <a:solidFill>
            <a:schemeClr val="bg1"/>
          </a:solidFill>
        </p:spPr>
        <p:txBody>
          <a:bodyPr lIns="0" tIns="0" rIns="0" bIns="0" anchor="ctr">
            <a:normAutofit/>
          </a:bodyPr>
          <a:lstStyle/>
          <a:p>
            <a:pPr algn="ctr" eaLnBrk="1" fontAlgn="auto" hangingPunct="1">
              <a:spcBef>
                <a:spcPts val="0"/>
              </a:spcBef>
              <a:spcAft>
                <a:spcPts val="0"/>
              </a:spcAft>
              <a:defRPr/>
            </a:pPr>
            <a:endParaRPr lang="en-US" sz="703">
              <a:latin typeface="Helvetica" pitchFamily="2" charset="0"/>
              <a:cs typeface="Microsoft Sans Serif" panose="020B0604020202020204" pitchFamily="34" charset="0"/>
            </a:endParaRPr>
          </a:p>
        </p:txBody>
      </p:sp>
      <p:sp>
        <p:nvSpPr>
          <p:cNvPr id="5" name="Google Shape;106;p16">
            <a:extLst>
              <a:ext uri="{FF2B5EF4-FFF2-40B4-BE49-F238E27FC236}">
                <a16:creationId xmlns:a16="http://schemas.microsoft.com/office/drawing/2014/main" id="{B6F163AE-FC77-BF8B-1CF6-9742B0C890F5}"/>
              </a:ext>
            </a:extLst>
          </p:cNvPr>
          <p:cNvSpPr txBox="1">
            <a:spLocks noChangeArrowheads="1"/>
          </p:cNvSpPr>
          <p:nvPr userDrawn="1"/>
        </p:nvSpPr>
        <p:spPr bwMode="auto">
          <a:xfrm>
            <a:off x="392112" y="3613934"/>
            <a:ext cx="4440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600">
                <a:solidFill>
                  <a:srgbClr val="0B2642"/>
                </a:solidFill>
                <a:latin typeface="Helvetica" pitchFamily="2" charset="0"/>
                <a:ea typeface="Oswald" pitchFamily="2" charset="77"/>
                <a:cs typeface="Microsoft Sans Serif" panose="020B0604020202020204" pitchFamily="34" charset="0"/>
                <a:sym typeface="Oswald" pitchFamily="2" charset="77"/>
              </a:rPr>
              <a:t>Numerical Algorithms Group Ltd</a:t>
            </a:r>
            <a:endParaRPr lang="en-US" altLang="en-US">
              <a:solidFill>
                <a:srgbClr val="0B2642"/>
              </a:solidFill>
              <a:latin typeface="Helvetica" pitchFamily="2" charset="0"/>
              <a:ea typeface="Oswald" pitchFamily="2" charset="77"/>
              <a:cs typeface="Microsoft Sans Serif" panose="020B0604020202020204" pitchFamily="34" charset="0"/>
            </a:endParaRPr>
          </a:p>
        </p:txBody>
      </p:sp>
      <p:sp>
        <p:nvSpPr>
          <p:cNvPr id="9" name="Text Placeholder 8">
            <a:extLst>
              <a:ext uri="{FF2B5EF4-FFF2-40B4-BE49-F238E27FC236}">
                <a16:creationId xmlns:a16="http://schemas.microsoft.com/office/drawing/2014/main" id="{01CF788E-182C-EE55-CAED-F0A879527560}"/>
              </a:ext>
            </a:extLst>
          </p:cNvPr>
          <p:cNvSpPr>
            <a:spLocks noGrp="1"/>
          </p:cNvSpPr>
          <p:nvPr>
            <p:ph type="body" sz="quarter" idx="10" hasCustomPrompt="1"/>
          </p:nvPr>
        </p:nvSpPr>
        <p:spPr>
          <a:xfrm>
            <a:off x="392113" y="1646238"/>
            <a:ext cx="4440237" cy="908750"/>
          </a:xfrm>
        </p:spPr>
        <p:txBody>
          <a:bodyPr>
            <a:normAutofit/>
          </a:bodyPr>
          <a:lstStyle>
            <a:lvl1pPr marL="0" indent="0">
              <a:buFontTx/>
              <a:buNone/>
              <a:defRPr sz="6600">
                <a:solidFill>
                  <a:schemeClr val="accent4"/>
                </a:solidFill>
              </a:defRPr>
            </a:lvl1pPr>
          </a:lstStyle>
          <a:p>
            <a:pPr lvl="0"/>
            <a:r>
              <a:rPr lang="en-US"/>
              <a:t>Title</a:t>
            </a:r>
          </a:p>
        </p:txBody>
      </p:sp>
      <p:sp>
        <p:nvSpPr>
          <p:cNvPr id="11" name="Text Placeholder 8">
            <a:extLst>
              <a:ext uri="{FF2B5EF4-FFF2-40B4-BE49-F238E27FC236}">
                <a16:creationId xmlns:a16="http://schemas.microsoft.com/office/drawing/2014/main" id="{B1495E4F-8526-27BE-834F-684FA8BFC644}"/>
              </a:ext>
            </a:extLst>
          </p:cNvPr>
          <p:cNvSpPr>
            <a:spLocks noGrp="1"/>
          </p:cNvSpPr>
          <p:nvPr>
            <p:ph type="body" sz="quarter" idx="11" hasCustomPrompt="1"/>
          </p:nvPr>
        </p:nvSpPr>
        <p:spPr>
          <a:xfrm>
            <a:off x="392112" y="2639729"/>
            <a:ext cx="4440237" cy="908750"/>
          </a:xfrm>
        </p:spPr>
        <p:txBody>
          <a:bodyPr>
            <a:normAutofit/>
          </a:bodyPr>
          <a:lstStyle>
            <a:lvl1pPr marL="0" indent="0">
              <a:buFontTx/>
              <a:buNone/>
              <a:defRPr sz="4000"/>
            </a:lvl1pPr>
          </a:lstStyle>
          <a:p>
            <a:pPr lvl="0"/>
            <a:r>
              <a:rPr lang="en-US"/>
              <a:t>Sub-Title</a:t>
            </a:r>
          </a:p>
        </p:txBody>
      </p:sp>
    </p:spTree>
    <p:extLst>
      <p:ext uri="{BB962C8B-B14F-4D97-AF65-F5344CB8AC3E}">
        <p14:creationId xmlns:p14="http://schemas.microsoft.com/office/powerpoint/2010/main" val="14878031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_Slide_Header_B">
    <p:bg>
      <p:bgPr>
        <a:solidFill>
          <a:srgbClr val="062540"/>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05884F3-B4CA-0049-F7D0-39F19C5729AB}"/>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583363 h 6858000"/>
              <a:gd name="connsiteX5" fmla="*/ 2279650 w 12192000"/>
              <a:gd name="connsiteY5" fmla="*/ 6583363 h 6858000"/>
              <a:gd name="connsiteX6" fmla="*/ 2279650 w 12192000"/>
              <a:gd name="connsiteY6" fmla="*/ 6227763 h 6858000"/>
              <a:gd name="connsiteX7" fmla="*/ 0 w 12192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6583363"/>
                </a:lnTo>
                <a:lnTo>
                  <a:pt x="2279650" y="6583363"/>
                </a:lnTo>
                <a:lnTo>
                  <a:pt x="2279650" y="6227763"/>
                </a:lnTo>
                <a:lnTo>
                  <a:pt x="0" y="6227763"/>
                </a:lnTo>
                <a:close/>
              </a:path>
            </a:pathLst>
          </a:custGeom>
          <a:solidFill>
            <a:srgbClr val="062540"/>
          </a:solidFill>
        </p:spPr>
        <p:txBody>
          <a:bodyPr wrap="square" lIns="0" tIns="0" rIns="0" bIns="0" anchor="ctr">
            <a:noAutofit/>
          </a:bodyPr>
          <a:lstStyle/>
          <a:p>
            <a:pPr algn="ctr" eaLnBrk="1" fontAlgn="auto" hangingPunct="1">
              <a:spcBef>
                <a:spcPts val="0"/>
              </a:spcBef>
              <a:spcAft>
                <a:spcPts val="0"/>
              </a:spcAft>
              <a:defRPr/>
            </a:pPr>
            <a:endParaRPr lang="en-US" sz="703">
              <a:latin typeface="Microsoft Sans Serif" panose="020B0604020202020204" pitchFamily="34" charset="0"/>
              <a:cs typeface="Microsoft Sans Serif" panose="020B0604020202020204" pitchFamily="34" charset="0"/>
            </a:endParaRPr>
          </a:p>
        </p:txBody>
      </p:sp>
      <p:sp>
        <p:nvSpPr>
          <p:cNvPr id="3" name="Rectangle 2">
            <a:extLst>
              <a:ext uri="{FF2B5EF4-FFF2-40B4-BE49-F238E27FC236}">
                <a16:creationId xmlns:a16="http://schemas.microsoft.com/office/drawing/2014/main" id="{9CC0BE42-1BEA-8F16-87DD-0DDCC132F97A}"/>
              </a:ext>
            </a:extLst>
          </p:cNvPr>
          <p:cNvSpPr/>
          <p:nvPr/>
        </p:nvSpPr>
        <p:spPr>
          <a:xfrm>
            <a:off x="0" y="317500"/>
            <a:ext cx="5659438" cy="685800"/>
          </a:xfrm>
          <a:prstGeom prst="rect">
            <a:avLst/>
          </a:prstGeom>
          <a:solidFill>
            <a:schemeClr val="accent5"/>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D1089A73-984D-0ABB-289B-F973970BC9EE}"/>
              </a:ext>
            </a:extLst>
          </p:cNvPr>
          <p:cNvSpPr/>
          <p:nvPr/>
        </p:nvSpPr>
        <p:spPr>
          <a:xfrm>
            <a:off x="0" y="317500"/>
            <a:ext cx="5561013"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2" name="Text Placeholder 16">
            <a:extLst>
              <a:ext uri="{FF2B5EF4-FFF2-40B4-BE49-F238E27FC236}">
                <a16:creationId xmlns:a16="http://schemas.microsoft.com/office/drawing/2014/main" id="{D69D7B09-D9D9-E5C6-5D0A-70EB60DD3393}"/>
              </a:ext>
            </a:extLst>
          </p:cNvPr>
          <p:cNvSpPr>
            <a:spLocks noGrp="1"/>
          </p:cNvSpPr>
          <p:nvPr>
            <p:ph type="body" sz="quarter" idx="10" hasCustomPrompt="1"/>
          </p:nvPr>
        </p:nvSpPr>
        <p:spPr>
          <a:xfrm>
            <a:off x="1247775" y="1436688"/>
            <a:ext cx="9558338" cy="4210050"/>
          </a:xfrm>
        </p:spPr>
        <p:txBody>
          <a:bodyPr>
            <a:normAutofit/>
          </a:bodyPr>
          <a:lstStyle>
            <a:lvl1pPr marL="457200" indent="-457200">
              <a:buClr>
                <a:schemeClr val="accent3"/>
              </a:buClr>
              <a:buFont typeface="Arial" panose="020B0604020202020204" pitchFamily="34" charset="0"/>
              <a:buChar char="•"/>
              <a:defRPr>
                <a:solidFill>
                  <a:schemeClr val="bg1"/>
                </a:solidFill>
              </a:defRPr>
            </a:lvl1pPr>
            <a:lvl2pPr marL="457200" indent="0">
              <a:buClr>
                <a:schemeClr val="accent3"/>
              </a:buClr>
              <a:buNone/>
              <a:defRPr>
                <a:solidFill>
                  <a:schemeClr val="bg1"/>
                </a:solidFill>
              </a:defRPr>
            </a:lvl2pPr>
            <a:lvl3pPr>
              <a:buClr>
                <a:schemeClr val="accent3"/>
              </a:buClr>
              <a:defRPr>
                <a:solidFill>
                  <a:schemeClr val="bg1"/>
                </a:solidFill>
              </a:defRPr>
            </a:lvl3pPr>
            <a:lvl4pPr>
              <a:buClr>
                <a:schemeClr val="accent3"/>
              </a:buClr>
              <a:defRPr>
                <a:solidFill>
                  <a:schemeClr val="bg1"/>
                </a:solidFill>
              </a:defRPr>
            </a:lvl4pPr>
            <a:lvl5pPr>
              <a:buClr>
                <a:schemeClr val="accent3"/>
              </a:buClr>
              <a:defRPr>
                <a:solidFill>
                  <a:schemeClr val="bg1"/>
                </a:solidFill>
              </a:defRPr>
            </a:lvl5pPr>
          </a:lstStyle>
          <a:p>
            <a:pPr lvl="0"/>
            <a:r>
              <a:rPr lang="en-GB"/>
              <a:t>Place holder text</a:t>
            </a:r>
          </a:p>
          <a:p>
            <a:pPr lvl="0"/>
            <a:r>
              <a:rPr lang="en-GB"/>
              <a:t>Place holder text</a:t>
            </a:r>
          </a:p>
          <a:p>
            <a:pPr lvl="0"/>
            <a:r>
              <a:rPr lang="en-GB"/>
              <a:t>Place holder text</a:t>
            </a:r>
          </a:p>
          <a:p>
            <a:pPr lvl="0"/>
            <a:r>
              <a:rPr lang="en-GB"/>
              <a:t>Place holder text</a:t>
            </a:r>
          </a:p>
          <a:p>
            <a:pPr lvl="0"/>
            <a:r>
              <a:rPr lang="en-GB"/>
              <a:t>Place holder text</a:t>
            </a:r>
          </a:p>
          <a:p>
            <a:pPr lvl="0"/>
            <a:r>
              <a:rPr lang="en-GB"/>
              <a:t>Place holder text</a:t>
            </a:r>
            <a:endParaRPr lang="en-US"/>
          </a:p>
          <a:p>
            <a:pPr lvl="0"/>
            <a:r>
              <a:rPr lang="en-GB"/>
              <a:t>Place holder text</a:t>
            </a:r>
          </a:p>
          <a:p>
            <a:pPr lvl="0"/>
            <a:r>
              <a:rPr lang="en-GB"/>
              <a:t>Place holder text</a:t>
            </a:r>
            <a:endParaRPr lang="en-US"/>
          </a:p>
        </p:txBody>
      </p:sp>
      <p:sp>
        <p:nvSpPr>
          <p:cNvPr id="13" name="Text Placeholder 12">
            <a:extLst>
              <a:ext uri="{FF2B5EF4-FFF2-40B4-BE49-F238E27FC236}">
                <a16:creationId xmlns:a16="http://schemas.microsoft.com/office/drawing/2014/main" id="{65772D44-40FE-5E2E-8A30-C149E9756618}"/>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pic>
        <p:nvPicPr>
          <p:cNvPr id="5" name="Picture 4" descr="A white letter on a black background&#10;&#10;Description automatically generated">
            <a:extLst>
              <a:ext uri="{FF2B5EF4-FFF2-40B4-BE49-F238E27FC236}">
                <a16:creationId xmlns:a16="http://schemas.microsoft.com/office/drawing/2014/main" id="{FB060D3D-9612-3C03-33C9-9A5210DF2F17}"/>
              </a:ext>
            </a:extLst>
          </p:cNvPr>
          <p:cNvPicPr>
            <a:picLocks noChangeAspect="1"/>
          </p:cNvPicPr>
          <p:nvPr userDrawn="1"/>
        </p:nvPicPr>
        <p:blipFill>
          <a:blip r:embed="rId2"/>
          <a:stretch>
            <a:fillRect/>
          </a:stretch>
        </p:blipFill>
        <p:spPr>
          <a:xfrm>
            <a:off x="10335126" y="6196261"/>
            <a:ext cx="1676397" cy="533313"/>
          </a:xfrm>
          <a:prstGeom prst="rect">
            <a:avLst/>
          </a:prstGeom>
        </p:spPr>
      </p:pic>
    </p:spTree>
    <p:extLst>
      <p:ext uri="{BB962C8B-B14F-4D97-AF65-F5344CB8AC3E}">
        <p14:creationId xmlns:p14="http://schemas.microsoft.com/office/powerpoint/2010/main" val="3475336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Slide_B">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43E7B24-D9AB-7977-4E95-19AD02500901}"/>
              </a:ext>
            </a:extLst>
          </p:cNvPr>
          <p:cNvSpPr/>
          <p:nvPr userDrawn="1"/>
        </p:nvSpPr>
        <p:spPr>
          <a:xfrm>
            <a:off x="0" y="317500"/>
            <a:ext cx="5734050" cy="685800"/>
          </a:xfrm>
          <a:prstGeom prst="rect">
            <a:avLst/>
          </a:prstGeom>
          <a:solidFill>
            <a:schemeClr val="accent5"/>
          </a:solidFill>
          <a:ln>
            <a:noFill/>
          </a:ln>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7" name="Rectangle 6">
            <a:extLst>
              <a:ext uri="{FF2B5EF4-FFF2-40B4-BE49-F238E27FC236}">
                <a16:creationId xmlns:a16="http://schemas.microsoft.com/office/drawing/2014/main" id="{53394984-D0DC-E631-FBFF-F216B3CE3011}"/>
              </a:ext>
            </a:extLst>
          </p:cNvPr>
          <p:cNvSpPr/>
          <p:nvPr userDrawn="1"/>
        </p:nvSpPr>
        <p:spPr>
          <a:xfrm>
            <a:off x="0" y="317500"/>
            <a:ext cx="5646738" cy="685800"/>
          </a:xfrm>
          <a:prstGeom prst="rect">
            <a:avLst/>
          </a:prstGeom>
          <a:solidFill>
            <a:srgbClr val="052540"/>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2" name="Text Placeholder 16">
            <a:extLst>
              <a:ext uri="{FF2B5EF4-FFF2-40B4-BE49-F238E27FC236}">
                <a16:creationId xmlns:a16="http://schemas.microsoft.com/office/drawing/2014/main" id="{836780A9-5AFE-310E-9C44-875E1B49A56C}"/>
              </a:ext>
            </a:extLst>
          </p:cNvPr>
          <p:cNvSpPr>
            <a:spLocks noGrp="1"/>
          </p:cNvSpPr>
          <p:nvPr>
            <p:ph type="body" sz="quarter" idx="10" hasCustomPrompt="1"/>
          </p:nvPr>
        </p:nvSpPr>
        <p:spPr>
          <a:xfrm>
            <a:off x="1247775" y="1436688"/>
            <a:ext cx="9558338" cy="4210050"/>
          </a:xfrm>
        </p:spPr>
        <p:txBody>
          <a:bodyPr>
            <a:normAutofit/>
          </a:bodyPr>
          <a:lstStyle>
            <a:lvl1pPr marL="0" indent="0">
              <a:buClr>
                <a:schemeClr val="accent3"/>
              </a:buClr>
              <a:buNone/>
              <a:defRPr>
                <a:solidFill>
                  <a:schemeClr val="tx1"/>
                </a:solidFill>
              </a:defRPr>
            </a:lvl1pPr>
            <a:lvl2pPr>
              <a:buClr>
                <a:schemeClr val="accent3"/>
              </a:buClr>
              <a:defRPr>
                <a:solidFill>
                  <a:schemeClr val="bg1"/>
                </a:solidFill>
              </a:defRPr>
            </a:lvl2pPr>
            <a:lvl3pPr>
              <a:buClr>
                <a:schemeClr val="accent3"/>
              </a:buClr>
              <a:defRPr>
                <a:solidFill>
                  <a:schemeClr val="bg1"/>
                </a:solidFill>
              </a:defRPr>
            </a:lvl3pPr>
            <a:lvl4pPr>
              <a:buClr>
                <a:schemeClr val="accent3"/>
              </a:buClr>
              <a:defRPr>
                <a:solidFill>
                  <a:schemeClr val="bg1"/>
                </a:solidFill>
              </a:defRPr>
            </a:lvl4pPr>
            <a:lvl5pPr>
              <a:buClr>
                <a:schemeClr val="accent3"/>
              </a:buClr>
              <a:defRPr>
                <a:solidFill>
                  <a:schemeClr val="bg1"/>
                </a:solidFill>
              </a:defRPr>
            </a:lvl5pPr>
          </a:lstStyle>
          <a:p>
            <a:pPr lvl="0"/>
            <a:r>
              <a:rPr lang="en-GB"/>
              <a:t>Place holder text</a:t>
            </a:r>
          </a:p>
        </p:txBody>
      </p:sp>
      <p:sp>
        <p:nvSpPr>
          <p:cNvPr id="5" name="Text Placeholder 12">
            <a:extLst>
              <a:ext uri="{FF2B5EF4-FFF2-40B4-BE49-F238E27FC236}">
                <a16:creationId xmlns:a16="http://schemas.microsoft.com/office/drawing/2014/main" id="{D3C54130-166F-A4F2-C980-C070ACCEBABD}"/>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bg1"/>
                </a:solidFill>
              </a:defRPr>
            </a:lvl1pPr>
          </a:lstStyle>
          <a:p>
            <a:pPr lvl="0"/>
            <a:r>
              <a:rPr lang="en-GB"/>
              <a:t>Title Goes Here</a:t>
            </a:r>
            <a:endParaRPr lang="en-US"/>
          </a:p>
        </p:txBody>
      </p:sp>
    </p:spTree>
    <p:extLst>
      <p:ext uri="{BB962C8B-B14F-4D97-AF65-F5344CB8AC3E}">
        <p14:creationId xmlns:p14="http://schemas.microsoft.com/office/powerpoint/2010/main" val="1714446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ud_Image_Content_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2374E18-1698-452B-1BDD-40AF3A0CF7F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6096000" cy="6857999"/>
          </a:xfrm>
          <a:custGeom>
            <a:avLst/>
            <a:gdLst>
              <a:gd name="connsiteX0" fmla="*/ 0 w 6096000"/>
              <a:gd name="connsiteY0" fmla="*/ 0 h 6857999"/>
              <a:gd name="connsiteX1" fmla="*/ 6096000 w 6096000"/>
              <a:gd name="connsiteY1" fmla="*/ 0 h 6857999"/>
              <a:gd name="connsiteX2" fmla="*/ 6096000 w 6096000"/>
              <a:gd name="connsiteY2" fmla="*/ 6857999 h 6857999"/>
              <a:gd name="connsiteX3" fmla="*/ 0 w 6096000"/>
              <a:gd name="connsiteY3" fmla="*/ 6857999 h 6857999"/>
              <a:gd name="connsiteX4" fmla="*/ 0 w 6096000"/>
              <a:gd name="connsiteY4" fmla="*/ 6583362 h 6857999"/>
              <a:gd name="connsiteX5" fmla="*/ 2279650 w 6096000"/>
              <a:gd name="connsiteY5" fmla="*/ 6583362 h 6857999"/>
              <a:gd name="connsiteX6" fmla="*/ 2279650 w 6096000"/>
              <a:gd name="connsiteY6" fmla="*/ 6227762 h 6857999"/>
              <a:gd name="connsiteX7" fmla="*/ 0 w 6096000"/>
              <a:gd name="connsiteY7" fmla="*/ 622776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7999">
                <a:moveTo>
                  <a:pt x="0" y="0"/>
                </a:moveTo>
                <a:lnTo>
                  <a:pt x="6096000" y="0"/>
                </a:lnTo>
                <a:lnTo>
                  <a:pt x="6096000" y="6857999"/>
                </a:lnTo>
                <a:lnTo>
                  <a:pt x="0" y="6857999"/>
                </a:lnTo>
                <a:lnTo>
                  <a:pt x="0" y="6583362"/>
                </a:lnTo>
                <a:lnTo>
                  <a:pt x="2279650" y="6583362"/>
                </a:lnTo>
                <a:lnTo>
                  <a:pt x="2279650" y="6227762"/>
                </a:lnTo>
                <a:lnTo>
                  <a:pt x="0" y="6227762"/>
                </a:lnTo>
                <a:close/>
              </a:path>
            </a:pathLst>
          </a:custGeom>
        </p:spPr>
      </p:pic>
      <p:sp>
        <p:nvSpPr>
          <p:cNvPr id="12" name="Freeform 11">
            <a:extLst>
              <a:ext uri="{FF2B5EF4-FFF2-40B4-BE49-F238E27FC236}">
                <a16:creationId xmlns:a16="http://schemas.microsoft.com/office/drawing/2014/main" id="{DC2E9DE0-16BE-06B1-33C6-5AF7B503A5C4}"/>
              </a:ext>
            </a:extLst>
          </p:cNvPr>
          <p:cNvSpPr/>
          <p:nvPr userDrawn="1"/>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3 h 6858000"/>
              <a:gd name="connsiteX5" fmla="*/ 2279650 w 6096000"/>
              <a:gd name="connsiteY5" fmla="*/ 6583363 h 6858000"/>
              <a:gd name="connsiteX6" fmla="*/ 2279650 w 6096000"/>
              <a:gd name="connsiteY6" fmla="*/ 6227763 h 6858000"/>
              <a:gd name="connsiteX7" fmla="*/ 0 w 6096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3"/>
                </a:lnTo>
                <a:lnTo>
                  <a:pt x="2279650" y="6583363"/>
                </a:lnTo>
                <a:lnTo>
                  <a:pt x="2279650" y="6227763"/>
                </a:lnTo>
                <a:lnTo>
                  <a:pt x="0" y="6227763"/>
                </a:lnTo>
                <a:close/>
              </a:path>
            </a:pathLst>
          </a:custGeom>
          <a:solidFill>
            <a:schemeClr val="accent4">
              <a:alpha val="4869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2" name="Text Placeholder 3">
            <a:extLst>
              <a:ext uri="{FF2B5EF4-FFF2-40B4-BE49-F238E27FC236}">
                <a16:creationId xmlns:a16="http://schemas.microsoft.com/office/drawing/2014/main" id="{4242236D-7BF9-7EB3-7253-D4598CD55BEE}"/>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
        <p:nvSpPr>
          <p:cNvPr id="5" name="Text Placeholder 12">
            <a:extLst>
              <a:ext uri="{FF2B5EF4-FFF2-40B4-BE49-F238E27FC236}">
                <a16:creationId xmlns:a16="http://schemas.microsoft.com/office/drawing/2014/main" id="{15B7E6DD-C66F-F2C8-6C0E-0AFBEA49C0CB}"/>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Tree>
    <p:extLst>
      <p:ext uri="{BB962C8B-B14F-4D97-AF65-F5344CB8AC3E}">
        <p14:creationId xmlns:p14="http://schemas.microsoft.com/office/powerpoint/2010/main" val="1243246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ountains_Image_Content_Righ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DD8D431-BE29-9524-ED84-AD7F6736580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0 w 6096000"/>
              <a:gd name="connsiteY3" fmla="*/ 6857998 h 6857998"/>
              <a:gd name="connsiteX4" fmla="*/ 0 w 6096000"/>
              <a:gd name="connsiteY4" fmla="*/ 6583363 h 6857998"/>
              <a:gd name="connsiteX5" fmla="*/ 2279650 w 6096000"/>
              <a:gd name="connsiteY5" fmla="*/ 6583363 h 6857998"/>
              <a:gd name="connsiteX6" fmla="*/ 2279650 w 6096000"/>
              <a:gd name="connsiteY6" fmla="*/ 6227763 h 6857998"/>
              <a:gd name="connsiteX7" fmla="*/ 0 w 6096000"/>
              <a:gd name="connsiteY7" fmla="*/ 6227763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7998">
                <a:moveTo>
                  <a:pt x="0" y="0"/>
                </a:moveTo>
                <a:lnTo>
                  <a:pt x="6096000" y="0"/>
                </a:lnTo>
                <a:lnTo>
                  <a:pt x="6096000" y="6857998"/>
                </a:lnTo>
                <a:lnTo>
                  <a:pt x="0" y="6857998"/>
                </a:lnTo>
                <a:lnTo>
                  <a:pt x="0" y="6583363"/>
                </a:lnTo>
                <a:lnTo>
                  <a:pt x="2279650" y="6583363"/>
                </a:lnTo>
                <a:lnTo>
                  <a:pt x="2279650" y="6227763"/>
                </a:lnTo>
                <a:lnTo>
                  <a:pt x="0" y="6227763"/>
                </a:lnTo>
                <a:close/>
              </a:path>
            </a:pathLst>
          </a:custGeom>
        </p:spPr>
      </p:pic>
      <p:sp>
        <p:nvSpPr>
          <p:cNvPr id="12" name="Freeform 11">
            <a:extLst>
              <a:ext uri="{FF2B5EF4-FFF2-40B4-BE49-F238E27FC236}">
                <a16:creationId xmlns:a16="http://schemas.microsoft.com/office/drawing/2014/main" id="{DC2E9DE0-16BE-06B1-33C6-5AF7B503A5C4}"/>
              </a:ext>
            </a:extLst>
          </p:cNvPr>
          <p:cNvSpPr/>
          <p:nvPr userDrawn="1"/>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3 h 6858000"/>
              <a:gd name="connsiteX5" fmla="*/ 2279650 w 6096000"/>
              <a:gd name="connsiteY5" fmla="*/ 6583363 h 6858000"/>
              <a:gd name="connsiteX6" fmla="*/ 2279650 w 6096000"/>
              <a:gd name="connsiteY6" fmla="*/ 6227763 h 6858000"/>
              <a:gd name="connsiteX7" fmla="*/ 0 w 6096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3"/>
                </a:lnTo>
                <a:lnTo>
                  <a:pt x="2279650" y="6583363"/>
                </a:lnTo>
                <a:lnTo>
                  <a:pt x="2279650" y="6227763"/>
                </a:lnTo>
                <a:lnTo>
                  <a:pt x="0" y="6227763"/>
                </a:lnTo>
                <a:close/>
              </a:path>
            </a:pathLst>
          </a:custGeom>
          <a:solidFill>
            <a:schemeClr val="accent4">
              <a:alpha val="4869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2" name="Text Placeholder 3">
            <a:extLst>
              <a:ext uri="{FF2B5EF4-FFF2-40B4-BE49-F238E27FC236}">
                <a16:creationId xmlns:a16="http://schemas.microsoft.com/office/drawing/2014/main" id="{2396CD20-F523-6786-D76D-868ACED012A2}"/>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
        <p:nvSpPr>
          <p:cNvPr id="5" name="Text Placeholder 12">
            <a:extLst>
              <a:ext uri="{FF2B5EF4-FFF2-40B4-BE49-F238E27FC236}">
                <a16:creationId xmlns:a16="http://schemas.microsoft.com/office/drawing/2014/main" id="{722A7257-A5D5-74F9-0453-5F8ABE28F107}"/>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Tree>
    <p:extLst>
      <p:ext uri="{BB962C8B-B14F-4D97-AF65-F5344CB8AC3E}">
        <p14:creationId xmlns:p14="http://schemas.microsoft.com/office/powerpoint/2010/main" val="358421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light_Image_Content_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990980C-44B7-76D1-AC96-F89B1E42D71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5 h 6858000"/>
              <a:gd name="connsiteX5" fmla="*/ 2279650 w 6096000"/>
              <a:gd name="connsiteY5" fmla="*/ 6583365 h 6858000"/>
              <a:gd name="connsiteX6" fmla="*/ 2279650 w 6096000"/>
              <a:gd name="connsiteY6" fmla="*/ 6227765 h 6858000"/>
              <a:gd name="connsiteX7" fmla="*/ 0 w 6096000"/>
              <a:gd name="connsiteY7" fmla="*/ 62277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5"/>
                </a:lnTo>
                <a:lnTo>
                  <a:pt x="2279650" y="6583365"/>
                </a:lnTo>
                <a:lnTo>
                  <a:pt x="2279650" y="6227765"/>
                </a:lnTo>
                <a:lnTo>
                  <a:pt x="0" y="6227765"/>
                </a:lnTo>
                <a:close/>
              </a:path>
            </a:pathLst>
          </a:custGeom>
        </p:spPr>
      </p:pic>
      <p:sp>
        <p:nvSpPr>
          <p:cNvPr id="12" name="Freeform 11">
            <a:extLst>
              <a:ext uri="{FF2B5EF4-FFF2-40B4-BE49-F238E27FC236}">
                <a16:creationId xmlns:a16="http://schemas.microsoft.com/office/drawing/2014/main" id="{DC2E9DE0-16BE-06B1-33C6-5AF7B503A5C4}"/>
              </a:ext>
            </a:extLst>
          </p:cNvPr>
          <p:cNvSpPr/>
          <p:nvPr userDrawn="1"/>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3 h 6858000"/>
              <a:gd name="connsiteX5" fmla="*/ 2279650 w 6096000"/>
              <a:gd name="connsiteY5" fmla="*/ 6583363 h 6858000"/>
              <a:gd name="connsiteX6" fmla="*/ 2279650 w 6096000"/>
              <a:gd name="connsiteY6" fmla="*/ 6227763 h 6858000"/>
              <a:gd name="connsiteX7" fmla="*/ 0 w 6096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3"/>
                </a:lnTo>
                <a:lnTo>
                  <a:pt x="2279650" y="6583363"/>
                </a:lnTo>
                <a:lnTo>
                  <a:pt x="2279650" y="6227763"/>
                </a:lnTo>
                <a:lnTo>
                  <a:pt x="0" y="6227763"/>
                </a:lnTo>
                <a:close/>
              </a:path>
            </a:pathLst>
          </a:custGeom>
          <a:solidFill>
            <a:schemeClr val="accent4">
              <a:alpha val="4869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Text Placeholder 12">
            <a:extLst>
              <a:ext uri="{FF2B5EF4-FFF2-40B4-BE49-F238E27FC236}">
                <a16:creationId xmlns:a16="http://schemas.microsoft.com/office/drawing/2014/main" id="{C253A213-0957-8FD2-126B-1FA109A187F4}"/>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6" name="Text Placeholder 3">
            <a:extLst>
              <a:ext uri="{FF2B5EF4-FFF2-40B4-BE49-F238E27FC236}">
                <a16:creationId xmlns:a16="http://schemas.microsoft.com/office/drawing/2014/main" id="{DAB8E6E1-B791-5C09-DDCB-6E43EB1FB487}"/>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Tree>
    <p:extLst>
      <p:ext uri="{BB962C8B-B14F-4D97-AF65-F5344CB8AC3E}">
        <p14:creationId xmlns:p14="http://schemas.microsoft.com/office/powerpoint/2010/main" val="4218671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oad_Image_Content_Righ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D19369-5A31-2202-AE7E-1B39B3FD75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3 h 6858000"/>
              <a:gd name="connsiteX5" fmla="*/ 2279650 w 6096000"/>
              <a:gd name="connsiteY5" fmla="*/ 6583363 h 6858000"/>
              <a:gd name="connsiteX6" fmla="*/ 2279650 w 6096000"/>
              <a:gd name="connsiteY6" fmla="*/ 6227763 h 6858000"/>
              <a:gd name="connsiteX7" fmla="*/ 0 w 6096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3"/>
                </a:lnTo>
                <a:lnTo>
                  <a:pt x="2279650" y="6583363"/>
                </a:lnTo>
                <a:lnTo>
                  <a:pt x="2279650" y="6227763"/>
                </a:lnTo>
                <a:lnTo>
                  <a:pt x="0" y="6227763"/>
                </a:lnTo>
                <a:close/>
              </a:path>
            </a:pathLst>
          </a:custGeom>
        </p:spPr>
      </p:pic>
      <p:sp>
        <p:nvSpPr>
          <p:cNvPr id="12" name="Freeform 11">
            <a:extLst>
              <a:ext uri="{FF2B5EF4-FFF2-40B4-BE49-F238E27FC236}">
                <a16:creationId xmlns:a16="http://schemas.microsoft.com/office/drawing/2014/main" id="{DC2E9DE0-16BE-06B1-33C6-5AF7B503A5C4}"/>
              </a:ext>
            </a:extLst>
          </p:cNvPr>
          <p:cNvSpPr/>
          <p:nvPr userDrawn="1"/>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3 h 6858000"/>
              <a:gd name="connsiteX5" fmla="*/ 2279650 w 6096000"/>
              <a:gd name="connsiteY5" fmla="*/ 6583363 h 6858000"/>
              <a:gd name="connsiteX6" fmla="*/ 2279650 w 6096000"/>
              <a:gd name="connsiteY6" fmla="*/ 6227763 h 6858000"/>
              <a:gd name="connsiteX7" fmla="*/ 0 w 6096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3"/>
                </a:lnTo>
                <a:lnTo>
                  <a:pt x="2279650" y="6583363"/>
                </a:lnTo>
                <a:lnTo>
                  <a:pt x="2279650" y="6227763"/>
                </a:lnTo>
                <a:lnTo>
                  <a:pt x="0" y="6227763"/>
                </a:lnTo>
                <a:close/>
              </a:path>
            </a:pathLst>
          </a:custGeom>
          <a:solidFill>
            <a:schemeClr val="accent4">
              <a:alpha val="4869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Text Placeholder 12">
            <a:extLst>
              <a:ext uri="{FF2B5EF4-FFF2-40B4-BE49-F238E27FC236}">
                <a16:creationId xmlns:a16="http://schemas.microsoft.com/office/drawing/2014/main" id="{7299F891-8FCF-542A-0A1C-FE6ACD13356B}"/>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6" name="Text Placeholder 3">
            <a:extLst>
              <a:ext uri="{FF2B5EF4-FFF2-40B4-BE49-F238E27FC236}">
                <a16:creationId xmlns:a16="http://schemas.microsoft.com/office/drawing/2014/main" id="{DB6C33F9-6DB3-0909-99C4-098B3CBFCFBB}"/>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Tree>
    <p:extLst>
      <p:ext uri="{BB962C8B-B14F-4D97-AF65-F5344CB8AC3E}">
        <p14:creationId xmlns:p14="http://schemas.microsoft.com/office/powerpoint/2010/main" val="1197788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kylight_Image_Content_Righ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0E0496B-E360-EC1D-5A8B-1FDFB944832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6095999" cy="6858001"/>
          </a:xfrm>
          <a:custGeom>
            <a:avLst/>
            <a:gdLst>
              <a:gd name="connsiteX0" fmla="*/ 1 w 6095999"/>
              <a:gd name="connsiteY0" fmla="*/ 6227764 h 6858001"/>
              <a:gd name="connsiteX1" fmla="*/ 1 w 6095999"/>
              <a:gd name="connsiteY1" fmla="*/ 6583364 h 6858001"/>
              <a:gd name="connsiteX2" fmla="*/ 2279651 w 6095999"/>
              <a:gd name="connsiteY2" fmla="*/ 6583364 h 6858001"/>
              <a:gd name="connsiteX3" fmla="*/ 2279651 w 6095999"/>
              <a:gd name="connsiteY3" fmla="*/ 6227764 h 6858001"/>
              <a:gd name="connsiteX4" fmla="*/ 0 w 6095999"/>
              <a:gd name="connsiteY4" fmla="*/ 0 h 6858001"/>
              <a:gd name="connsiteX5" fmla="*/ 6095999 w 6095999"/>
              <a:gd name="connsiteY5" fmla="*/ 0 h 6858001"/>
              <a:gd name="connsiteX6" fmla="*/ 6095999 w 6095999"/>
              <a:gd name="connsiteY6" fmla="*/ 6858001 h 6858001"/>
              <a:gd name="connsiteX7" fmla="*/ 0 w 6095999"/>
              <a:gd name="connsiteY7"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5999" h="6858001">
                <a:moveTo>
                  <a:pt x="1" y="6227764"/>
                </a:moveTo>
                <a:lnTo>
                  <a:pt x="1" y="6583364"/>
                </a:lnTo>
                <a:lnTo>
                  <a:pt x="2279651" y="6583364"/>
                </a:lnTo>
                <a:lnTo>
                  <a:pt x="2279651" y="6227764"/>
                </a:lnTo>
                <a:close/>
                <a:moveTo>
                  <a:pt x="0" y="0"/>
                </a:moveTo>
                <a:lnTo>
                  <a:pt x="6095999" y="0"/>
                </a:lnTo>
                <a:lnTo>
                  <a:pt x="6095999" y="6858001"/>
                </a:lnTo>
                <a:lnTo>
                  <a:pt x="0" y="6858001"/>
                </a:lnTo>
                <a:close/>
              </a:path>
            </a:pathLst>
          </a:custGeom>
        </p:spPr>
      </p:pic>
      <p:sp>
        <p:nvSpPr>
          <p:cNvPr id="12" name="Freeform 11">
            <a:extLst>
              <a:ext uri="{FF2B5EF4-FFF2-40B4-BE49-F238E27FC236}">
                <a16:creationId xmlns:a16="http://schemas.microsoft.com/office/drawing/2014/main" id="{DC2E9DE0-16BE-06B1-33C6-5AF7B503A5C4}"/>
              </a:ext>
            </a:extLst>
          </p:cNvPr>
          <p:cNvSpPr/>
          <p:nvPr userDrawn="1"/>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583363 h 6858000"/>
              <a:gd name="connsiteX5" fmla="*/ 2279650 w 6096000"/>
              <a:gd name="connsiteY5" fmla="*/ 6583363 h 6858000"/>
              <a:gd name="connsiteX6" fmla="*/ 2279650 w 6096000"/>
              <a:gd name="connsiteY6" fmla="*/ 6227763 h 6858000"/>
              <a:gd name="connsiteX7" fmla="*/ 0 w 6096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583363"/>
                </a:lnTo>
                <a:lnTo>
                  <a:pt x="2279650" y="6583363"/>
                </a:lnTo>
                <a:lnTo>
                  <a:pt x="2279650" y="6227763"/>
                </a:lnTo>
                <a:lnTo>
                  <a:pt x="0" y="6227763"/>
                </a:lnTo>
                <a:close/>
              </a:path>
            </a:pathLst>
          </a:custGeom>
          <a:solidFill>
            <a:schemeClr val="accent4">
              <a:alpha val="4869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Text Placeholder 12">
            <a:extLst>
              <a:ext uri="{FF2B5EF4-FFF2-40B4-BE49-F238E27FC236}">
                <a16:creationId xmlns:a16="http://schemas.microsoft.com/office/drawing/2014/main" id="{2812A270-B041-C217-2CC2-65EFE5D67774}"/>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6" name="Text Placeholder 3">
            <a:extLst>
              <a:ext uri="{FF2B5EF4-FFF2-40B4-BE49-F238E27FC236}">
                <a16:creationId xmlns:a16="http://schemas.microsoft.com/office/drawing/2014/main" id="{DD237EDB-882B-9448-56AF-A724512EC536}"/>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Tree>
    <p:extLst>
      <p:ext uri="{BB962C8B-B14F-4D97-AF65-F5344CB8AC3E}">
        <p14:creationId xmlns:p14="http://schemas.microsoft.com/office/powerpoint/2010/main" val="1550063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wer_Image_Content_Righ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CAE397-2A01-0DA3-CD4E-F9CE2A05E5B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6095998" cy="6858000"/>
          </a:xfrm>
          <a:custGeom>
            <a:avLst/>
            <a:gdLst>
              <a:gd name="connsiteX0" fmla="*/ 0 w 6095998"/>
              <a:gd name="connsiteY0" fmla="*/ 0 h 6858000"/>
              <a:gd name="connsiteX1" fmla="*/ 6095998 w 6095998"/>
              <a:gd name="connsiteY1" fmla="*/ 0 h 6858000"/>
              <a:gd name="connsiteX2" fmla="*/ 6095998 w 6095998"/>
              <a:gd name="connsiteY2" fmla="*/ 6858000 h 6858000"/>
              <a:gd name="connsiteX3" fmla="*/ 0 w 6095998"/>
              <a:gd name="connsiteY3" fmla="*/ 6858000 h 6858000"/>
              <a:gd name="connsiteX4" fmla="*/ 0 w 6095998"/>
              <a:gd name="connsiteY4" fmla="*/ 6583365 h 6858000"/>
              <a:gd name="connsiteX5" fmla="*/ 2279650 w 6095998"/>
              <a:gd name="connsiteY5" fmla="*/ 6583365 h 6858000"/>
              <a:gd name="connsiteX6" fmla="*/ 2279650 w 6095998"/>
              <a:gd name="connsiteY6" fmla="*/ 6227765 h 6858000"/>
              <a:gd name="connsiteX7" fmla="*/ 0 w 6095998"/>
              <a:gd name="connsiteY7" fmla="*/ 62277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5998" h="6858000">
                <a:moveTo>
                  <a:pt x="0" y="0"/>
                </a:moveTo>
                <a:lnTo>
                  <a:pt x="6095998" y="0"/>
                </a:lnTo>
                <a:lnTo>
                  <a:pt x="6095998" y="6858000"/>
                </a:lnTo>
                <a:lnTo>
                  <a:pt x="0" y="6858000"/>
                </a:lnTo>
                <a:lnTo>
                  <a:pt x="0" y="6583365"/>
                </a:lnTo>
                <a:lnTo>
                  <a:pt x="2279650" y="6583365"/>
                </a:lnTo>
                <a:lnTo>
                  <a:pt x="2279650" y="6227765"/>
                </a:lnTo>
                <a:lnTo>
                  <a:pt x="0" y="6227765"/>
                </a:lnTo>
                <a:close/>
              </a:path>
            </a:pathLst>
          </a:custGeom>
        </p:spPr>
      </p:pic>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Text Placeholder 12">
            <a:extLst>
              <a:ext uri="{FF2B5EF4-FFF2-40B4-BE49-F238E27FC236}">
                <a16:creationId xmlns:a16="http://schemas.microsoft.com/office/drawing/2014/main" id="{6A3B3A63-8363-AEF6-AAEB-595A034CDD8B}"/>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6" name="Text Placeholder 3">
            <a:extLst>
              <a:ext uri="{FF2B5EF4-FFF2-40B4-BE49-F238E27FC236}">
                <a16:creationId xmlns:a16="http://schemas.microsoft.com/office/drawing/2014/main" id="{397D0FBD-5274-604D-FB68-8BC79FE48F9C}"/>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Tree>
    <p:extLst>
      <p:ext uri="{BB962C8B-B14F-4D97-AF65-F5344CB8AC3E}">
        <p14:creationId xmlns:p14="http://schemas.microsoft.com/office/powerpoint/2010/main" val="2826393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wers_Image_Content_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A4816D-7406-2FF2-4E41-0E35A929A43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6095997" cy="6857998"/>
          </a:xfrm>
          <a:custGeom>
            <a:avLst/>
            <a:gdLst>
              <a:gd name="connsiteX0" fmla="*/ 0 w 6095997"/>
              <a:gd name="connsiteY0" fmla="*/ 0 h 6857998"/>
              <a:gd name="connsiteX1" fmla="*/ 6095997 w 6095997"/>
              <a:gd name="connsiteY1" fmla="*/ 0 h 6857998"/>
              <a:gd name="connsiteX2" fmla="*/ 6095997 w 6095997"/>
              <a:gd name="connsiteY2" fmla="*/ 6857998 h 6857998"/>
              <a:gd name="connsiteX3" fmla="*/ 0 w 6095997"/>
              <a:gd name="connsiteY3" fmla="*/ 6857998 h 6857998"/>
              <a:gd name="connsiteX4" fmla="*/ 0 w 6095997"/>
              <a:gd name="connsiteY4" fmla="*/ 6583363 h 6857998"/>
              <a:gd name="connsiteX5" fmla="*/ 2279650 w 6095997"/>
              <a:gd name="connsiteY5" fmla="*/ 6583363 h 6857998"/>
              <a:gd name="connsiteX6" fmla="*/ 2279650 w 6095997"/>
              <a:gd name="connsiteY6" fmla="*/ 6227763 h 6857998"/>
              <a:gd name="connsiteX7" fmla="*/ 0 w 6095997"/>
              <a:gd name="connsiteY7" fmla="*/ 6227763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5997" h="6857998">
                <a:moveTo>
                  <a:pt x="0" y="0"/>
                </a:moveTo>
                <a:lnTo>
                  <a:pt x="6095997" y="0"/>
                </a:lnTo>
                <a:lnTo>
                  <a:pt x="6095997" y="6857998"/>
                </a:lnTo>
                <a:lnTo>
                  <a:pt x="0" y="6857998"/>
                </a:lnTo>
                <a:lnTo>
                  <a:pt x="0" y="6583363"/>
                </a:lnTo>
                <a:lnTo>
                  <a:pt x="2279650" y="6583363"/>
                </a:lnTo>
                <a:lnTo>
                  <a:pt x="2279650" y="6227763"/>
                </a:lnTo>
                <a:lnTo>
                  <a:pt x="0" y="6227763"/>
                </a:lnTo>
                <a:close/>
              </a:path>
            </a:pathLst>
          </a:custGeom>
        </p:spPr>
      </p:pic>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3"/>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Text Placeholder 12">
            <a:extLst>
              <a:ext uri="{FF2B5EF4-FFF2-40B4-BE49-F238E27FC236}">
                <a16:creationId xmlns:a16="http://schemas.microsoft.com/office/drawing/2014/main" id="{43BAD4D2-DACF-0F83-D482-A8E04E1883F4}"/>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6" name="Text Placeholder 3">
            <a:extLst>
              <a:ext uri="{FF2B5EF4-FFF2-40B4-BE49-F238E27FC236}">
                <a16:creationId xmlns:a16="http://schemas.microsoft.com/office/drawing/2014/main" id="{7F53A60A-D6D6-8034-1B5F-17B084615162}"/>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Tree>
    <p:extLst>
      <p:ext uri="{BB962C8B-B14F-4D97-AF65-F5344CB8AC3E}">
        <p14:creationId xmlns:p14="http://schemas.microsoft.com/office/powerpoint/2010/main" val="333321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ity_Image_Content_Righ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DC4286-3FFE-8C4E-EDBD-8E58DFAF659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6095996" cy="6857998"/>
          </a:xfrm>
          <a:custGeom>
            <a:avLst/>
            <a:gdLst>
              <a:gd name="connsiteX0" fmla="*/ 0 w 6095996"/>
              <a:gd name="connsiteY0" fmla="*/ 0 h 6857998"/>
              <a:gd name="connsiteX1" fmla="*/ 6095996 w 6095996"/>
              <a:gd name="connsiteY1" fmla="*/ 0 h 6857998"/>
              <a:gd name="connsiteX2" fmla="*/ 6095996 w 6095996"/>
              <a:gd name="connsiteY2" fmla="*/ 6857998 h 6857998"/>
              <a:gd name="connsiteX3" fmla="*/ 0 w 6095996"/>
              <a:gd name="connsiteY3" fmla="*/ 6857998 h 6857998"/>
              <a:gd name="connsiteX4" fmla="*/ 0 w 6095996"/>
              <a:gd name="connsiteY4" fmla="*/ 6583365 h 6857998"/>
              <a:gd name="connsiteX5" fmla="*/ 2279650 w 6095996"/>
              <a:gd name="connsiteY5" fmla="*/ 6583365 h 6857998"/>
              <a:gd name="connsiteX6" fmla="*/ 2279650 w 6095996"/>
              <a:gd name="connsiteY6" fmla="*/ 6227765 h 6857998"/>
              <a:gd name="connsiteX7" fmla="*/ 0 w 6095996"/>
              <a:gd name="connsiteY7" fmla="*/ 622776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5996" h="6857998">
                <a:moveTo>
                  <a:pt x="0" y="0"/>
                </a:moveTo>
                <a:lnTo>
                  <a:pt x="6095996" y="0"/>
                </a:lnTo>
                <a:lnTo>
                  <a:pt x="6095996" y="6857998"/>
                </a:lnTo>
                <a:lnTo>
                  <a:pt x="0" y="6857998"/>
                </a:lnTo>
                <a:lnTo>
                  <a:pt x="0" y="6583365"/>
                </a:lnTo>
                <a:lnTo>
                  <a:pt x="2279650" y="6583365"/>
                </a:lnTo>
                <a:lnTo>
                  <a:pt x="2279650" y="6227765"/>
                </a:lnTo>
                <a:lnTo>
                  <a:pt x="0" y="6227765"/>
                </a:lnTo>
                <a:close/>
              </a:path>
            </a:pathLst>
          </a:custGeom>
        </p:spPr>
      </p:pic>
      <p:sp>
        <p:nvSpPr>
          <p:cNvPr id="3" name="Rectangle 2">
            <a:extLst>
              <a:ext uri="{FF2B5EF4-FFF2-40B4-BE49-F238E27FC236}">
                <a16:creationId xmlns:a16="http://schemas.microsoft.com/office/drawing/2014/main" id="{6740B694-A510-DC7D-E555-720D40D399DB}"/>
              </a:ext>
            </a:extLst>
          </p:cNvPr>
          <p:cNvSpPr/>
          <p:nvPr/>
        </p:nvSpPr>
        <p:spPr>
          <a:xfrm>
            <a:off x="0" y="317500"/>
            <a:ext cx="5734050"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F1CFFD9D-2E48-8A35-62B6-FB221A3ED836}"/>
              </a:ext>
            </a:extLst>
          </p:cNvPr>
          <p:cNvSpPr/>
          <p:nvPr/>
        </p:nvSpPr>
        <p:spPr>
          <a:xfrm>
            <a:off x="0" y="317500"/>
            <a:ext cx="5646738"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Text Placeholder 12">
            <a:extLst>
              <a:ext uri="{FF2B5EF4-FFF2-40B4-BE49-F238E27FC236}">
                <a16:creationId xmlns:a16="http://schemas.microsoft.com/office/drawing/2014/main" id="{77F02B6E-A217-41DA-69D4-06CBD23455D6}"/>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8" name="Text Placeholder 3">
            <a:extLst>
              <a:ext uri="{FF2B5EF4-FFF2-40B4-BE49-F238E27FC236}">
                <a16:creationId xmlns:a16="http://schemas.microsoft.com/office/drawing/2014/main" id="{57C5A86E-37A1-9C08-13CA-B002032BB34E}"/>
              </a:ext>
            </a:extLst>
          </p:cNvPr>
          <p:cNvSpPr>
            <a:spLocks noGrp="1"/>
          </p:cNvSpPr>
          <p:nvPr>
            <p:ph type="body" sz="quarter" idx="10" hasCustomPrompt="1"/>
          </p:nvPr>
        </p:nvSpPr>
        <p:spPr>
          <a:xfrm>
            <a:off x="648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Tree>
    <p:extLst>
      <p:ext uri="{BB962C8B-B14F-4D97-AF65-F5344CB8AC3E}">
        <p14:creationId xmlns:p14="http://schemas.microsoft.com/office/powerpoint/2010/main" val="1222692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_Image_Content_Left">
    <p:spTree>
      <p:nvGrpSpPr>
        <p:cNvPr id="1" name=""/>
        <p:cNvGrpSpPr/>
        <p:nvPr/>
      </p:nvGrpSpPr>
      <p:grpSpPr>
        <a:xfrm>
          <a:off x="0" y="0"/>
          <a:ext cx="0" cy="0"/>
          <a:chOff x="0" y="0"/>
          <a:chExt cx="0" cy="0"/>
        </a:xfrm>
      </p:grpSpPr>
      <p:sp>
        <p:nvSpPr>
          <p:cNvPr id="2" name="Google Shape;364;p36">
            <a:extLst>
              <a:ext uri="{FF2B5EF4-FFF2-40B4-BE49-F238E27FC236}">
                <a16:creationId xmlns:a16="http://schemas.microsoft.com/office/drawing/2014/main" id="{FEEDE23B-0544-E6BB-69EF-5F1DC1C310ED}"/>
              </a:ext>
            </a:extLst>
          </p:cNvPr>
          <p:cNvSpPr>
            <a:spLocks noChangeArrowheads="1"/>
          </p:cNvSpPr>
          <p:nvPr/>
        </p:nvSpPr>
        <p:spPr bwMode="auto">
          <a:xfrm>
            <a:off x="6065838" y="0"/>
            <a:ext cx="6126162" cy="6858000"/>
          </a:xfrm>
          <a:prstGeom prst="rect">
            <a:avLst/>
          </a:prstGeom>
          <a:blipFill dpi="0" rotWithShape="1">
            <a:blip r:embed="rId2"/>
            <a:srcRect/>
            <a:stretch>
              <a:fillRect/>
            </a:stretch>
          </a:blipFill>
          <a:ln w="12700">
            <a:solidFill>
              <a:srgbClr val="31538F"/>
            </a:solidFill>
            <a:miter lim="800000"/>
            <a:headEnd type="none" w="sm" len="sm"/>
            <a:tailEnd type="none" w="sm" len="sm"/>
          </a:ln>
        </p:spPr>
        <p:txBody>
          <a:bodyPr lIns="91425" tIns="45700" rIns="91425" bIns="457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solidFill>
                <a:srgbClr val="F2F1F0"/>
              </a:solidFill>
              <a:latin typeface="Helvetica Light" panose="020B0403020202020204" pitchFamily="34" charset="0"/>
              <a:cs typeface="Calibri" panose="020F0502020204030204" pitchFamily="34" charset="0"/>
              <a:sym typeface="Calibri" panose="020F0502020204030204" pitchFamily="34" charset="0"/>
            </a:endParaRPr>
          </a:p>
        </p:txBody>
      </p:sp>
      <p:sp>
        <p:nvSpPr>
          <p:cNvPr id="3" name="Rectangle 2">
            <a:extLst>
              <a:ext uri="{FF2B5EF4-FFF2-40B4-BE49-F238E27FC236}">
                <a16:creationId xmlns:a16="http://schemas.microsoft.com/office/drawing/2014/main" id="{5F382242-46E6-CA69-9D43-2DB587B39B89}"/>
              </a:ext>
            </a:extLst>
          </p:cNvPr>
          <p:cNvSpPr/>
          <p:nvPr/>
        </p:nvSpPr>
        <p:spPr>
          <a:xfrm>
            <a:off x="6056313" y="0"/>
            <a:ext cx="6135687" cy="6858000"/>
          </a:xfrm>
          <a:prstGeom prst="rect">
            <a:avLst/>
          </a:prstGeom>
          <a:solidFill>
            <a:schemeClr val="accent4">
              <a:alpha val="74000"/>
            </a:schemeClr>
          </a:solidFill>
        </p:spPr>
        <p:txBody>
          <a:bodyPr lIns="0" tIns="0" rIns="0" bIns="0" anchor="ctr"/>
          <a:lstStyle/>
          <a:p>
            <a:pPr algn="ctr" eaLnBrk="1" fontAlgn="auto" hangingPunct="1">
              <a:spcBef>
                <a:spcPts val="0"/>
              </a:spcBef>
              <a:spcAft>
                <a:spcPts val="0"/>
              </a:spcAft>
              <a:defRPr/>
            </a:pPr>
            <a:endParaRPr lang="en-US" sz="703">
              <a:latin typeface="Helvetica Light" panose="020B0403020202020204" pitchFamily="34" charset="0"/>
            </a:endParaRPr>
          </a:p>
        </p:txBody>
      </p:sp>
      <p:sp>
        <p:nvSpPr>
          <p:cNvPr id="4" name="Rectangle 3">
            <a:extLst>
              <a:ext uri="{FF2B5EF4-FFF2-40B4-BE49-F238E27FC236}">
                <a16:creationId xmlns:a16="http://schemas.microsoft.com/office/drawing/2014/main" id="{57AE01C8-B062-350F-315F-D447E4527352}"/>
              </a:ext>
            </a:extLst>
          </p:cNvPr>
          <p:cNvSpPr/>
          <p:nvPr/>
        </p:nvSpPr>
        <p:spPr>
          <a:xfrm>
            <a:off x="0" y="317500"/>
            <a:ext cx="5734050" cy="685800"/>
          </a:xfrm>
          <a:prstGeom prst="rect">
            <a:avLst/>
          </a:prstGeom>
          <a:solidFill>
            <a:schemeClr val="accent3"/>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Rectangle 4">
            <a:extLst>
              <a:ext uri="{FF2B5EF4-FFF2-40B4-BE49-F238E27FC236}">
                <a16:creationId xmlns:a16="http://schemas.microsoft.com/office/drawing/2014/main" id="{BB1FBBEA-E31E-08AF-B56F-D444F45A05B8}"/>
              </a:ext>
            </a:extLst>
          </p:cNvPr>
          <p:cNvSpPr/>
          <p:nvPr/>
        </p:nvSpPr>
        <p:spPr>
          <a:xfrm>
            <a:off x="0" y="317500"/>
            <a:ext cx="5646738"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6" name="Text Placeholder 3">
            <a:extLst>
              <a:ext uri="{FF2B5EF4-FFF2-40B4-BE49-F238E27FC236}">
                <a16:creationId xmlns:a16="http://schemas.microsoft.com/office/drawing/2014/main" id="{83A94D0A-A49C-8EA0-2A88-461F4873336B}"/>
              </a:ext>
            </a:extLst>
          </p:cNvPr>
          <p:cNvSpPr>
            <a:spLocks noGrp="1"/>
          </p:cNvSpPr>
          <p:nvPr>
            <p:ph type="body" sz="quarter" idx="10" hasCustomPrompt="1"/>
          </p:nvPr>
        </p:nvSpPr>
        <p:spPr>
          <a:xfrm>
            <a:off x="54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solidFill>
                  <a:schemeClr val="tx1"/>
                </a:solidFill>
              </a:defRPr>
            </a:lvl2pPr>
          </a:lstStyle>
          <a:p>
            <a:pPr lvl="0"/>
            <a:r>
              <a:rPr lang="en-US"/>
              <a:t>Place Holder Text</a:t>
            </a:r>
          </a:p>
          <a:p>
            <a:pPr lvl="1"/>
            <a:r>
              <a:rPr lang="en-US"/>
              <a:t>Place Holder Text</a:t>
            </a:r>
          </a:p>
          <a:p>
            <a:pPr lvl="0"/>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sp>
        <p:nvSpPr>
          <p:cNvPr id="7" name="Text Placeholder 12">
            <a:extLst>
              <a:ext uri="{FF2B5EF4-FFF2-40B4-BE49-F238E27FC236}">
                <a16:creationId xmlns:a16="http://schemas.microsoft.com/office/drawing/2014/main" id="{88CB589D-9513-A8FD-1A5F-B0E311F15660}"/>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bg1"/>
                </a:solidFill>
              </a:defRPr>
            </a:lvl1pPr>
          </a:lstStyle>
          <a:p>
            <a:pPr lvl="0"/>
            <a:r>
              <a:rPr lang="en-GB"/>
              <a:t>Title Goes Here</a:t>
            </a:r>
            <a:endParaRPr lang="en-US"/>
          </a:p>
        </p:txBody>
      </p:sp>
      <p:pic>
        <p:nvPicPr>
          <p:cNvPr id="13" name="Picture 12" descr="A white letter on a black background&#10;&#10;Description automatically generated">
            <a:extLst>
              <a:ext uri="{FF2B5EF4-FFF2-40B4-BE49-F238E27FC236}">
                <a16:creationId xmlns:a16="http://schemas.microsoft.com/office/drawing/2014/main" id="{37244B15-C641-5C61-2A4F-5A95598A1840}"/>
              </a:ext>
            </a:extLst>
          </p:cNvPr>
          <p:cNvPicPr>
            <a:picLocks noChangeAspect="1"/>
          </p:cNvPicPr>
          <p:nvPr userDrawn="1"/>
        </p:nvPicPr>
        <p:blipFill>
          <a:blip r:embed="rId3"/>
          <a:stretch>
            <a:fillRect/>
          </a:stretch>
        </p:blipFill>
        <p:spPr>
          <a:xfrm>
            <a:off x="10335126" y="6208293"/>
            <a:ext cx="1676397" cy="533313"/>
          </a:xfrm>
          <a:prstGeom prst="rect">
            <a:avLst/>
          </a:prstGeom>
        </p:spPr>
      </p:pic>
    </p:spTree>
    <p:extLst>
      <p:ext uri="{BB962C8B-B14F-4D97-AF65-F5344CB8AC3E}">
        <p14:creationId xmlns:p14="http://schemas.microsoft.com/office/powerpoint/2010/main" val="692204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cape_Image_Content_Righ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040526-8408-5AAC-2EC9-73F312AC7C6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63882" y="-2"/>
            <a:ext cx="6126162" cy="6858001"/>
          </a:xfrm>
          <a:prstGeom prst="rect">
            <a:avLst/>
          </a:prstGeom>
        </p:spPr>
      </p:pic>
      <p:sp>
        <p:nvSpPr>
          <p:cNvPr id="3" name="Rectangle 2">
            <a:extLst>
              <a:ext uri="{FF2B5EF4-FFF2-40B4-BE49-F238E27FC236}">
                <a16:creationId xmlns:a16="http://schemas.microsoft.com/office/drawing/2014/main" id="{5F382242-46E6-CA69-9D43-2DB587B39B89}"/>
              </a:ext>
            </a:extLst>
          </p:cNvPr>
          <p:cNvSpPr/>
          <p:nvPr userDrawn="1"/>
        </p:nvSpPr>
        <p:spPr>
          <a:xfrm>
            <a:off x="6037932" y="-2"/>
            <a:ext cx="6135687" cy="6858000"/>
          </a:xfrm>
          <a:prstGeom prst="rect">
            <a:avLst/>
          </a:prstGeom>
          <a:solidFill>
            <a:schemeClr val="accent4">
              <a:alpha val="74000"/>
            </a:schemeClr>
          </a:solidFill>
        </p:spPr>
        <p:txBody>
          <a:bodyPr lIns="0" tIns="0" rIns="0" bIns="0" anchor="ctr"/>
          <a:lstStyle/>
          <a:p>
            <a:pPr algn="ctr" eaLnBrk="1" fontAlgn="auto" hangingPunct="1">
              <a:spcBef>
                <a:spcPts val="0"/>
              </a:spcBef>
              <a:spcAft>
                <a:spcPts val="0"/>
              </a:spcAft>
              <a:defRPr/>
            </a:pPr>
            <a:endParaRPr lang="en-US" sz="703">
              <a:latin typeface="Helvetica Light" panose="020B0403020202020204" pitchFamily="34" charset="0"/>
            </a:endParaRPr>
          </a:p>
        </p:txBody>
      </p:sp>
      <p:sp>
        <p:nvSpPr>
          <p:cNvPr id="4" name="Rectangle 3">
            <a:extLst>
              <a:ext uri="{FF2B5EF4-FFF2-40B4-BE49-F238E27FC236}">
                <a16:creationId xmlns:a16="http://schemas.microsoft.com/office/drawing/2014/main" id="{57AE01C8-B062-350F-315F-D447E4527352}"/>
              </a:ext>
            </a:extLst>
          </p:cNvPr>
          <p:cNvSpPr/>
          <p:nvPr/>
        </p:nvSpPr>
        <p:spPr>
          <a:xfrm>
            <a:off x="0" y="317500"/>
            <a:ext cx="5734050" cy="685800"/>
          </a:xfrm>
          <a:prstGeom prst="rect">
            <a:avLst/>
          </a:prstGeom>
          <a:solidFill>
            <a:schemeClr val="accent3"/>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5" name="Rectangle 4">
            <a:extLst>
              <a:ext uri="{FF2B5EF4-FFF2-40B4-BE49-F238E27FC236}">
                <a16:creationId xmlns:a16="http://schemas.microsoft.com/office/drawing/2014/main" id="{BB1FBBEA-E31E-08AF-B56F-D444F45A05B8}"/>
              </a:ext>
            </a:extLst>
          </p:cNvPr>
          <p:cNvSpPr/>
          <p:nvPr/>
        </p:nvSpPr>
        <p:spPr>
          <a:xfrm>
            <a:off x="0" y="317500"/>
            <a:ext cx="5646738"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6" name="Text Placeholder 12">
            <a:extLst>
              <a:ext uri="{FF2B5EF4-FFF2-40B4-BE49-F238E27FC236}">
                <a16:creationId xmlns:a16="http://schemas.microsoft.com/office/drawing/2014/main" id="{BC76FB80-5D2F-6A18-DFE2-6B538B680AD3}"/>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bg1"/>
                </a:solidFill>
              </a:defRPr>
            </a:lvl1pPr>
          </a:lstStyle>
          <a:p>
            <a:pPr lvl="0"/>
            <a:r>
              <a:rPr lang="en-GB"/>
              <a:t>Title Goes Here</a:t>
            </a:r>
            <a:endParaRPr lang="en-US"/>
          </a:p>
        </p:txBody>
      </p:sp>
      <p:sp>
        <p:nvSpPr>
          <p:cNvPr id="13" name="Text Placeholder 3">
            <a:extLst>
              <a:ext uri="{FF2B5EF4-FFF2-40B4-BE49-F238E27FC236}">
                <a16:creationId xmlns:a16="http://schemas.microsoft.com/office/drawing/2014/main" id="{C8F00823-A9A7-33C8-D63E-1F95DEE9EE91}"/>
              </a:ext>
            </a:extLst>
          </p:cNvPr>
          <p:cNvSpPr>
            <a:spLocks noGrp="1"/>
          </p:cNvSpPr>
          <p:nvPr>
            <p:ph type="body" sz="quarter" idx="10" hasCustomPrompt="1"/>
          </p:nvPr>
        </p:nvSpPr>
        <p:spPr>
          <a:xfrm>
            <a:off x="540000" y="1260000"/>
            <a:ext cx="5220000" cy="4680000"/>
          </a:xfrm>
        </p:spPr>
        <p:txBody>
          <a:bodyPr>
            <a:normAutofit/>
          </a:bodyPr>
          <a:lstStyle>
            <a:lvl1pPr>
              <a:buClr>
                <a:schemeClr val="accent3"/>
              </a:buClr>
              <a:buSzPct val="100000"/>
              <a:defRPr sz="2400">
                <a:solidFill>
                  <a:schemeClr val="tx1"/>
                </a:solidFill>
              </a:defRPr>
            </a:lvl1pPr>
            <a:lvl2pPr>
              <a:buClr>
                <a:schemeClr val="accent3"/>
              </a:buClr>
              <a:defRPr/>
            </a:lvl2pPr>
          </a:lstStyle>
          <a:p>
            <a:pPr lvl="0"/>
            <a:r>
              <a:rPr lang="en-US"/>
              <a:t>Place Holder Text</a:t>
            </a:r>
          </a:p>
          <a:p>
            <a:pPr lvl="1"/>
            <a:r>
              <a:rPr lang="en-US"/>
              <a:t>Place Holder Text</a:t>
            </a:r>
          </a:p>
          <a:p>
            <a:pPr lvl="0"/>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marL="228600" marR="0" lvl="0" indent="-228600" algn="l" defTabSz="914400" rtl="0" eaLnBrk="1" fontAlgn="base" latinLnBrk="0" hangingPunct="1">
              <a:lnSpc>
                <a:spcPct val="90000"/>
              </a:lnSpc>
              <a:spcBef>
                <a:spcPts val="1000"/>
              </a:spcBef>
              <a:spcAft>
                <a:spcPct val="0"/>
              </a:spcAft>
              <a:buClr>
                <a:schemeClr val="accent3"/>
              </a:buClr>
              <a:buSzPct val="100000"/>
              <a:buFont typeface="Arial" panose="020B0604020202020204" pitchFamily="34" charset="0"/>
              <a:buChar char="•"/>
              <a:tabLst/>
              <a:defRPr/>
            </a:pPr>
            <a:r>
              <a:rPr lang="en-US"/>
              <a:t>Place Holder Text</a:t>
            </a:r>
          </a:p>
          <a:p>
            <a:pPr lvl="0"/>
            <a:endParaRPr lang="en-US"/>
          </a:p>
        </p:txBody>
      </p:sp>
      <p:pic>
        <p:nvPicPr>
          <p:cNvPr id="2" name="Picture 1" descr="A white letter on a black background&#10;&#10;Description automatically generated">
            <a:extLst>
              <a:ext uri="{FF2B5EF4-FFF2-40B4-BE49-F238E27FC236}">
                <a16:creationId xmlns:a16="http://schemas.microsoft.com/office/drawing/2014/main" id="{9A752034-FC38-B6CD-2B73-A6043A1062C0}"/>
              </a:ext>
            </a:extLst>
          </p:cNvPr>
          <p:cNvPicPr>
            <a:picLocks noChangeAspect="1"/>
          </p:cNvPicPr>
          <p:nvPr userDrawn="1"/>
        </p:nvPicPr>
        <p:blipFill>
          <a:blip r:embed="rId3"/>
          <a:stretch>
            <a:fillRect/>
          </a:stretch>
        </p:blipFill>
        <p:spPr>
          <a:xfrm>
            <a:off x="10335126" y="6208293"/>
            <a:ext cx="1676397" cy="533313"/>
          </a:xfrm>
          <a:prstGeom prst="rect">
            <a:avLst/>
          </a:prstGeom>
        </p:spPr>
      </p:pic>
    </p:spTree>
    <p:extLst>
      <p:ext uri="{BB962C8B-B14F-4D97-AF65-F5344CB8AC3E}">
        <p14:creationId xmlns:p14="http://schemas.microsoft.com/office/powerpoint/2010/main" val="3462465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_Slide">
    <p:spTree>
      <p:nvGrpSpPr>
        <p:cNvPr id="1" name=""/>
        <p:cNvGrpSpPr/>
        <p:nvPr/>
      </p:nvGrpSpPr>
      <p:grpSpPr>
        <a:xfrm>
          <a:off x="0" y="0"/>
          <a:ext cx="0" cy="0"/>
          <a:chOff x="0" y="0"/>
          <a:chExt cx="0" cy="0"/>
        </a:xfrm>
      </p:grpSpPr>
      <p:sp>
        <p:nvSpPr>
          <p:cNvPr id="2" name="Text Placeholder 16">
            <a:extLst>
              <a:ext uri="{FF2B5EF4-FFF2-40B4-BE49-F238E27FC236}">
                <a16:creationId xmlns:a16="http://schemas.microsoft.com/office/drawing/2014/main" id="{9750D071-49BC-B84D-B46F-A38406ED5D7A}"/>
              </a:ext>
            </a:extLst>
          </p:cNvPr>
          <p:cNvSpPr>
            <a:spLocks noGrp="1"/>
          </p:cNvSpPr>
          <p:nvPr>
            <p:ph type="body" sz="quarter" idx="10" hasCustomPrompt="1"/>
          </p:nvPr>
        </p:nvSpPr>
        <p:spPr>
          <a:xfrm>
            <a:off x="1247775" y="1436688"/>
            <a:ext cx="9558338" cy="4210050"/>
          </a:xfrm>
        </p:spPr>
        <p:txBody>
          <a:bodyPr>
            <a:normAutofit/>
          </a:bodyPr>
          <a:lstStyle>
            <a:lvl1pPr marL="0" indent="0" algn="ctr">
              <a:buClr>
                <a:schemeClr val="accent3"/>
              </a:buClr>
              <a:buNone/>
              <a:defRPr sz="6600" b="1">
                <a:solidFill>
                  <a:schemeClr val="accent3"/>
                </a:solidFill>
              </a:defRPr>
            </a:lvl1pPr>
            <a:lvl2pPr>
              <a:buClr>
                <a:schemeClr val="accent3"/>
              </a:buClr>
              <a:defRPr>
                <a:solidFill>
                  <a:schemeClr val="bg1"/>
                </a:solidFill>
              </a:defRPr>
            </a:lvl2pPr>
            <a:lvl3pPr>
              <a:buClr>
                <a:schemeClr val="accent3"/>
              </a:buClr>
              <a:defRPr>
                <a:solidFill>
                  <a:schemeClr val="bg1"/>
                </a:solidFill>
              </a:defRPr>
            </a:lvl3pPr>
            <a:lvl4pPr>
              <a:buClr>
                <a:schemeClr val="accent3"/>
              </a:buClr>
              <a:defRPr>
                <a:solidFill>
                  <a:schemeClr val="bg1"/>
                </a:solidFill>
              </a:defRPr>
            </a:lvl4pPr>
            <a:lvl5pPr>
              <a:buClr>
                <a:schemeClr val="accent3"/>
              </a:buClr>
              <a:defRPr>
                <a:solidFill>
                  <a:schemeClr val="bg1"/>
                </a:solidFill>
              </a:defRPr>
            </a:lvl5pPr>
          </a:lstStyle>
          <a:p>
            <a:pPr lvl="0"/>
            <a:r>
              <a:rPr lang="en-GB"/>
              <a:t>Place holder text…</a:t>
            </a:r>
          </a:p>
        </p:txBody>
      </p:sp>
    </p:spTree>
    <p:extLst>
      <p:ext uri="{BB962C8B-B14F-4D97-AF65-F5344CB8AC3E}">
        <p14:creationId xmlns:p14="http://schemas.microsoft.com/office/powerpoint/2010/main" val="1485593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_Slide_Header_B">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05884F3-B4CA-0049-F7D0-39F19C5729AB}"/>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583363 h 6858000"/>
              <a:gd name="connsiteX5" fmla="*/ 2279650 w 12192000"/>
              <a:gd name="connsiteY5" fmla="*/ 6583363 h 6858000"/>
              <a:gd name="connsiteX6" fmla="*/ 2279650 w 12192000"/>
              <a:gd name="connsiteY6" fmla="*/ 6227763 h 6858000"/>
              <a:gd name="connsiteX7" fmla="*/ 0 w 12192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6583363"/>
                </a:lnTo>
                <a:lnTo>
                  <a:pt x="2279650" y="6583363"/>
                </a:lnTo>
                <a:lnTo>
                  <a:pt x="2279650" y="6227763"/>
                </a:lnTo>
                <a:lnTo>
                  <a:pt x="0" y="6227763"/>
                </a:lnTo>
                <a:close/>
              </a:path>
            </a:pathLst>
          </a:custGeom>
          <a:solidFill>
            <a:srgbClr val="0E244C"/>
          </a:solidFill>
        </p:spPr>
        <p:txBody>
          <a:bodyPr wrap="square" lIns="0" tIns="0" rIns="0" bIns="0" anchor="ctr">
            <a:noAutofit/>
          </a:bodyPr>
          <a:lstStyle/>
          <a:p>
            <a:pPr algn="ctr" eaLnBrk="1" fontAlgn="auto" hangingPunct="1">
              <a:spcBef>
                <a:spcPts val="0"/>
              </a:spcBef>
              <a:spcAft>
                <a:spcPts val="0"/>
              </a:spcAft>
              <a:defRPr/>
            </a:pPr>
            <a:endParaRPr lang="en-US" sz="703">
              <a:latin typeface="Microsoft Sans Serif" panose="020B0604020202020204" pitchFamily="34" charset="0"/>
              <a:cs typeface="Microsoft Sans Serif" panose="020B0604020202020204" pitchFamily="34" charset="0"/>
            </a:endParaRPr>
          </a:p>
        </p:txBody>
      </p:sp>
      <p:sp>
        <p:nvSpPr>
          <p:cNvPr id="3" name="Rectangle 2">
            <a:extLst>
              <a:ext uri="{FF2B5EF4-FFF2-40B4-BE49-F238E27FC236}">
                <a16:creationId xmlns:a16="http://schemas.microsoft.com/office/drawing/2014/main" id="{9CC0BE42-1BEA-8F16-87DD-0DDCC132F97A}"/>
              </a:ext>
            </a:extLst>
          </p:cNvPr>
          <p:cNvSpPr/>
          <p:nvPr/>
        </p:nvSpPr>
        <p:spPr>
          <a:xfrm>
            <a:off x="0" y="317500"/>
            <a:ext cx="5659438" cy="685800"/>
          </a:xfrm>
          <a:prstGeom prst="rect">
            <a:avLst/>
          </a:prstGeom>
          <a:solidFill>
            <a:schemeClr val="accent5"/>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D1089A73-984D-0ABB-289B-F973970BC9EE}"/>
              </a:ext>
            </a:extLst>
          </p:cNvPr>
          <p:cNvSpPr/>
          <p:nvPr/>
        </p:nvSpPr>
        <p:spPr>
          <a:xfrm>
            <a:off x="0" y="317500"/>
            <a:ext cx="5561013"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13" name="Text Placeholder 12">
            <a:extLst>
              <a:ext uri="{FF2B5EF4-FFF2-40B4-BE49-F238E27FC236}">
                <a16:creationId xmlns:a16="http://schemas.microsoft.com/office/drawing/2014/main" id="{65772D44-40FE-5E2E-8A30-C149E9756618}"/>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14" name="Rectangle 13">
            <a:extLst>
              <a:ext uri="{FF2B5EF4-FFF2-40B4-BE49-F238E27FC236}">
                <a16:creationId xmlns:a16="http://schemas.microsoft.com/office/drawing/2014/main" id="{832538FB-FB43-26DF-C291-C192E918ADDD}"/>
              </a:ext>
            </a:extLst>
          </p:cNvPr>
          <p:cNvSpPr/>
          <p:nvPr userDrawn="1"/>
        </p:nvSpPr>
        <p:spPr>
          <a:xfrm>
            <a:off x="4413163" y="1440703"/>
            <a:ext cx="2624666" cy="1318380"/>
          </a:xfrm>
          <a:prstGeom prst="rect">
            <a:avLst/>
          </a:prstGeom>
          <a:solidFill>
            <a:srgbClr val="15233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cs typeface="Calibri"/>
            </a:endParaRPr>
          </a:p>
        </p:txBody>
      </p:sp>
      <p:sp>
        <p:nvSpPr>
          <p:cNvPr id="16" name="Rectangle 15">
            <a:extLst>
              <a:ext uri="{FF2B5EF4-FFF2-40B4-BE49-F238E27FC236}">
                <a16:creationId xmlns:a16="http://schemas.microsoft.com/office/drawing/2014/main" id="{5E8C3090-F7EA-C9AC-2502-C7E2BC6BB5DF}"/>
              </a:ext>
            </a:extLst>
          </p:cNvPr>
          <p:cNvSpPr/>
          <p:nvPr userDrawn="1"/>
        </p:nvSpPr>
        <p:spPr>
          <a:xfrm>
            <a:off x="772496" y="3400131"/>
            <a:ext cx="2624666" cy="1318380"/>
          </a:xfrm>
          <a:prstGeom prst="rect">
            <a:avLst/>
          </a:prstGeom>
          <a:solidFill>
            <a:schemeClr val="accent6">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cs typeface="Calibri"/>
            </a:endParaRPr>
          </a:p>
        </p:txBody>
      </p:sp>
      <p:sp>
        <p:nvSpPr>
          <p:cNvPr id="18" name="Rectangle 17">
            <a:extLst>
              <a:ext uri="{FF2B5EF4-FFF2-40B4-BE49-F238E27FC236}">
                <a16:creationId xmlns:a16="http://schemas.microsoft.com/office/drawing/2014/main" id="{8A79A5C7-D151-A8C9-18B6-6879DB91AE05}"/>
              </a:ext>
            </a:extLst>
          </p:cNvPr>
          <p:cNvSpPr/>
          <p:nvPr userDrawn="1"/>
        </p:nvSpPr>
        <p:spPr>
          <a:xfrm>
            <a:off x="8174782" y="3400131"/>
            <a:ext cx="2624666" cy="1318380"/>
          </a:xfrm>
          <a:prstGeom prst="rect">
            <a:avLst/>
          </a:prstGeom>
          <a:solidFill>
            <a:schemeClr val="accent5">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cs typeface="Calibri"/>
            </a:endParaRPr>
          </a:p>
        </p:txBody>
      </p:sp>
      <p:sp>
        <p:nvSpPr>
          <p:cNvPr id="21" name="Rectangle 20">
            <a:extLst>
              <a:ext uri="{FF2B5EF4-FFF2-40B4-BE49-F238E27FC236}">
                <a16:creationId xmlns:a16="http://schemas.microsoft.com/office/drawing/2014/main" id="{4A5E1879-62F6-93B8-CF6D-8D26D923A675}"/>
              </a:ext>
            </a:extLst>
          </p:cNvPr>
          <p:cNvSpPr/>
          <p:nvPr/>
        </p:nvSpPr>
        <p:spPr>
          <a:xfrm>
            <a:off x="4413163" y="3400131"/>
            <a:ext cx="2624666" cy="1318380"/>
          </a:xfrm>
          <a:prstGeom prst="rect">
            <a:avLst/>
          </a:prstGeom>
          <a:solidFill>
            <a:srgbClr val="15233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latin typeface="Helvetica" pitchFamily="2" charset="0"/>
              <a:cs typeface="Calibri"/>
            </a:endParaRPr>
          </a:p>
        </p:txBody>
      </p:sp>
      <p:grpSp>
        <p:nvGrpSpPr>
          <p:cNvPr id="23" name="Group 22">
            <a:extLst>
              <a:ext uri="{FF2B5EF4-FFF2-40B4-BE49-F238E27FC236}">
                <a16:creationId xmlns:a16="http://schemas.microsoft.com/office/drawing/2014/main" id="{7C7EE09A-9A52-C440-B708-2B33D4CE0DD8}"/>
              </a:ext>
            </a:extLst>
          </p:cNvPr>
          <p:cNvGrpSpPr/>
          <p:nvPr userDrawn="1"/>
        </p:nvGrpSpPr>
        <p:grpSpPr>
          <a:xfrm>
            <a:off x="2084906" y="2780014"/>
            <a:ext cx="7405841" cy="605932"/>
            <a:chOff x="2084906" y="2780014"/>
            <a:chExt cx="7405841" cy="605932"/>
          </a:xfrm>
        </p:grpSpPr>
        <p:cxnSp>
          <p:nvCxnSpPr>
            <p:cNvPr id="24" name="Straight Arrow Connector 23">
              <a:extLst>
                <a:ext uri="{FF2B5EF4-FFF2-40B4-BE49-F238E27FC236}">
                  <a16:creationId xmlns:a16="http://schemas.microsoft.com/office/drawing/2014/main" id="{1B7CEA8C-5B93-4036-0C53-9C4C40BBAB40}"/>
                </a:ext>
              </a:extLst>
            </p:cNvPr>
            <p:cNvCxnSpPr/>
            <p:nvPr/>
          </p:nvCxnSpPr>
          <p:spPr>
            <a:xfrm flipH="1">
              <a:off x="5783887" y="2780014"/>
              <a:ext cx="2834" cy="605932"/>
            </a:xfrm>
            <a:prstGeom prst="straightConnector1">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00FB260-A850-9A26-F027-D0C7162E923E}"/>
                </a:ext>
              </a:extLst>
            </p:cNvPr>
            <p:cNvCxnSpPr>
              <a:cxnSpLocks/>
            </p:cNvCxnSpPr>
            <p:nvPr/>
          </p:nvCxnSpPr>
          <p:spPr>
            <a:xfrm>
              <a:off x="2088063" y="3103491"/>
              <a:ext cx="7397219" cy="3608"/>
            </a:xfrm>
            <a:prstGeom prst="straightConnector1">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E85A40-A5D4-B25A-FFA5-0B720008B5D4}"/>
                </a:ext>
              </a:extLst>
            </p:cNvPr>
            <p:cNvCxnSpPr>
              <a:cxnSpLocks/>
            </p:cNvCxnSpPr>
            <p:nvPr/>
          </p:nvCxnSpPr>
          <p:spPr>
            <a:xfrm flipH="1">
              <a:off x="9487913" y="3108027"/>
              <a:ext cx="2834" cy="277919"/>
            </a:xfrm>
            <a:prstGeom prst="straightConnector1">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F56A1F-6187-57EF-3A6E-285C30E6B0BF}"/>
                </a:ext>
              </a:extLst>
            </p:cNvPr>
            <p:cNvCxnSpPr>
              <a:cxnSpLocks/>
            </p:cNvCxnSpPr>
            <p:nvPr/>
          </p:nvCxnSpPr>
          <p:spPr>
            <a:xfrm flipH="1">
              <a:off x="2084906" y="3108026"/>
              <a:ext cx="2834" cy="277919"/>
            </a:xfrm>
            <a:prstGeom prst="straightConnector1">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9" name="Text Placeholder 28">
            <a:extLst>
              <a:ext uri="{FF2B5EF4-FFF2-40B4-BE49-F238E27FC236}">
                <a16:creationId xmlns:a16="http://schemas.microsoft.com/office/drawing/2014/main" id="{0DB8E361-9C48-5D79-17EC-B51564BCB3AD}"/>
              </a:ext>
            </a:extLst>
          </p:cNvPr>
          <p:cNvSpPr>
            <a:spLocks noGrp="1"/>
          </p:cNvSpPr>
          <p:nvPr>
            <p:ph type="body" sz="quarter" idx="12" hasCustomPrompt="1"/>
          </p:nvPr>
        </p:nvSpPr>
        <p:spPr>
          <a:xfrm>
            <a:off x="773113" y="3687763"/>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
        <p:nvSpPr>
          <p:cNvPr id="30" name="Text Placeholder 28">
            <a:extLst>
              <a:ext uri="{FF2B5EF4-FFF2-40B4-BE49-F238E27FC236}">
                <a16:creationId xmlns:a16="http://schemas.microsoft.com/office/drawing/2014/main" id="{882185B8-B85F-B52C-5DBF-A819E290A5E6}"/>
              </a:ext>
            </a:extLst>
          </p:cNvPr>
          <p:cNvSpPr>
            <a:spLocks noGrp="1"/>
          </p:cNvSpPr>
          <p:nvPr>
            <p:ph type="body" sz="quarter" idx="13" hasCustomPrompt="1"/>
          </p:nvPr>
        </p:nvSpPr>
        <p:spPr>
          <a:xfrm>
            <a:off x="4413075" y="3678978"/>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
        <p:nvSpPr>
          <p:cNvPr id="31" name="Text Placeholder 28">
            <a:extLst>
              <a:ext uri="{FF2B5EF4-FFF2-40B4-BE49-F238E27FC236}">
                <a16:creationId xmlns:a16="http://schemas.microsoft.com/office/drawing/2014/main" id="{9DAEC5E6-DE27-F31C-2A3E-ABCEABA99463}"/>
              </a:ext>
            </a:extLst>
          </p:cNvPr>
          <p:cNvSpPr>
            <a:spLocks noGrp="1"/>
          </p:cNvSpPr>
          <p:nvPr>
            <p:ph type="body" sz="quarter" idx="14" hasCustomPrompt="1"/>
          </p:nvPr>
        </p:nvSpPr>
        <p:spPr>
          <a:xfrm>
            <a:off x="8181940" y="3687763"/>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
        <p:nvSpPr>
          <p:cNvPr id="32" name="Text Placeholder 28">
            <a:extLst>
              <a:ext uri="{FF2B5EF4-FFF2-40B4-BE49-F238E27FC236}">
                <a16:creationId xmlns:a16="http://schemas.microsoft.com/office/drawing/2014/main" id="{078D70BE-80A8-07EE-F487-2EE6DD560399}"/>
              </a:ext>
            </a:extLst>
          </p:cNvPr>
          <p:cNvSpPr>
            <a:spLocks noGrp="1"/>
          </p:cNvSpPr>
          <p:nvPr>
            <p:ph type="body" sz="quarter" idx="15" hasCustomPrompt="1"/>
          </p:nvPr>
        </p:nvSpPr>
        <p:spPr>
          <a:xfrm>
            <a:off x="4413075" y="1705581"/>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pic>
        <p:nvPicPr>
          <p:cNvPr id="2" name="Picture 1" descr="A white letter on a black background&#10;&#10;Description automatically generated">
            <a:extLst>
              <a:ext uri="{FF2B5EF4-FFF2-40B4-BE49-F238E27FC236}">
                <a16:creationId xmlns:a16="http://schemas.microsoft.com/office/drawing/2014/main" id="{4BFD5E5D-A0F7-9DB9-D130-84553EA6A4DA}"/>
              </a:ext>
            </a:extLst>
          </p:cNvPr>
          <p:cNvPicPr>
            <a:picLocks noChangeAspect="1"/>
          </p:cNvPicPr>
          <p:nvPr userDrawn="1"/>
        </p:nvPicPr>
        <p:blipFill>
          <a:blip r:embed="rId2"/>
          <a:stretch>
            <a:fillRect/>
          </a:stretch>
        </p:blipFill>
        <p:spPr>
          <a:xfrm>
            <a:off x="10335126" y="6208293"/>
            <a:ext cx="1676397" cy="533313"/>
          </a:xfrm>
          <a:prstGeom prst="rect">
            <a:avLst/>
          </a:prstGeom>
        </p:spPr>
      </p:pic>
    </p:spTree>
    <p:extLst>
      <p:ext uri="{BB962C8B-B14F-4D97-AF65-F5344CB8AC3E}">
        <p14:creationId xmlns:p14="http://schemas.microsoft.com/office/powerpoint/2010/main" val="1795125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Blank_Slide_Header_B">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C0BE42-1BEA-8F16-87DD-0DDCC132F97A}"/>
              </a:ext>
            </a:extLst>
          </p:cNvPr>
          <p:cNvSpPr/>
          <p:nvPr/>
        </p:nvSpPr>
        <p:spPr>
          <a:xfrm>
            <a:off x="0" y="317500"/>
            <a:ext cx="5659438" cy="685800"/>
          </a:xfrm>
          <a:prstGeom prst="rect">
            <a:avLst/>
          </a:prstGeom>
          <a:solidFill>
            <a:schemeClr val="accent5"/>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D1089A73-984D-0ABB-289B-F973970BC9EE}"/>
              </a:ext>
            </a:extLst>
          </p:cNvPr>
          <p:cNvSpPr/>
          <p:nvPr/>
        </p:nvSpPr>
        <p:spPr>
          <a:xfrm>
            <a:off x="0" y="317500"/>
            <a:ext cx="5561013" cy="685800"/>
          </a:xfrm>
          <a:prstGeom prst="rect">
            <a:avLst/>
          </a:prstGeom>
          <a:solidFill>
            <a:schemeClr val="accent4"/>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grpSp>
        <p:nvGrpSpPr>
          <p:cNvPr id="5" name="Group 4">
            <a:extLst>
              <a:ext uri="{FF2B5EF4-FFF2-40B4-BE49-F238E27FC236}">
                <a16:creationId xmlns:a16="http://schemas.microsoft.com/office/drawing/2014/main" id="{EA311B07-1717-1658-49E6-B9824F8847CD}"/>
              </a:ext>
            </a:extLst>
          </p:cNvPr>
          <p:cNvGrpSpPr/>
          <p:nvPr/>
        </p:nvGrpSpPr>
        <p:grpSpPr>
          <a:xfrm>
            <a:off x="10806077" y="6155266"/>
            <a:ext cx="954282" cy="503187"/>
            <a:chOff x="6436339" y="3741541"/>
            <a:chExt cx="5026017" cy="2757483"/>
          </a:xfrm>
          <a:solidFill>
            <a:schemeClr val="bg1"/>
          </a:solidFill>
        </p:grpSpPr>
        <p:sp>
          <p:nvSpPr>
            <p:cNvPr id="6" name="Freeform 2">
              <a:extLst>
                <a:ext uri="{FF2B5EF4-FFF2-40B4-BE49-F238E27FC236}">
                  <a16:creationId xmlns:a16="http://schemas.microsoft.com/office/drawing/2014/main" id="{6397B3F7-6C32-72C7-E065-A9CE21DCEC39}"/>
                </a:ext>
              </a:extLst>
            </p:cNvPr>
            <p:cNvSpPr>
              <a:spLocks noChangeArrowheads="1"/>
            </p:cNvSpPr>
            <p:nvPr/>
          </p:nvSpPr>
          <p:spPr bwMode="auto">
            <a:xfrm>
              <a:off x="6436339" y="3762176"/>
              <a:ext cx="1395415" cy="2006597"/>
            </a:xfrm>
            <a:custGeom>
              <a:avLst/>
              <a:gdLst>
                <a:gd name="T0" fmla="*/ 3874 w 3875"/>
                <a:gd name="T1" fmla="*/ 5571 h 5572"/>
                <a:gd name="T2" fmla="*/ 3079 w 3875"/>
                <a:gd name="T3" fmla="*/ 5571 h 5572"/>
                <a:gd name="T4" fmla="*/ 3079 w 3875"/>
                <a:gd name="T5" fmla="*/ 1872 h 5572"/>
                <a:gd name="T6" fmla="*/ 2958 w 3875"/>
                <a:gd name="T7" fmla="*/ 1071 h 5572"/>
                <a:gd name="T8" fmla="*/ 2341 w 3875"/>
                <a:gd name="T9" fmla="*/ 731 h 5572"/>
                <a:gd name="T10" fmla="*/ 1583 w 3875"/>
                <a:gd name="T11" fmla="*/ 985 h 5572"/>
                <a:gd name="T12" fmla="*/ 1546 w 3875"/>
                <a:gd name="T13" fmla="*/ 1006 h 5572"/>
                <a:gd name="T14" fmla="*/ 946 w 3875"/>
                <a:gd name="T15" fmla="*/ 1499 h 5572"/>
                <a:gd name="T16" fmla="*/ 946 w 3875"/>
                <a:gd name="T17" fmla="*/ 5571 h 5572"/>
                <a:gd name="T18" fmla="*/ 191 w 3875"/>
                <a:gd name="T19" fmla="*/ 5571 h 5572"/>
                <a:gd name="T20" fmla="*/ 191 w 3875"/>
                <a:gd name="T21" fmla="*/ 1518 h 5572"/>
                <a:gd name="T22" fmla="*/ 0 w 3875"/>
                <a:gd name="T23" fmla="*/ 228 h 5572"/>
                <a:gd name="T24" fmla="*/ 765 w 3875"/>
                <a:gd name="T25" fmla="*/ 0 h 5572"/>
                <a:gd name="T26" fmla="*/ 946 w 3875"/>
                <a:gd name="T27" fmla="*/ 853 h 5572"/>
                <a:gd name="T28" fmla="*/ 2526 w 3875"/>
                <a:gd name="T29" fmla="*/ 0 h 5572"/>
                <a:gd name="T30" fmla="*/ 2528 w 3875"/>
                <a:gd name="T31" fmla="*/ 0 h 5572"/>
                <a:gd name="T32" fmla="*/ 3208 w 3875"/>
                <a:gd name="T33" fmla="*/ 182 h 5572"/>
                <a:gd name="T34" fmla="*/ 3260 w 3875"/>
                <a:gd name="T35" fmla="*/ 214 h 5572"/>
                <a:gd name="T36" fmla="*/ 3678 w 3875"/>
                <a:gd name="T37" fmla="*/ 642 h 5572"/>
                <a:gd name="T38" fmla="*/ 3753 w 3875"/>
                <a:gd name="T39" fmla="*/ 798 h 5572"/>
                <a:gd name="T40" fmla="*/ 3874 w 3875"/>
                <a:gd name="T41" fmla="*/ 1420 h 5572"/>
                <a:gd name="T42" fmla="*/ 3874 w 3875"/>
                <a:gd name="T43" fmla="*/ 1433 h 5572"/>
                <a:gd name="T44" fmla="*/ 3874 w 3875"/>
                <a:gd name="T45" fmla="*/ 5571 h 5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75" h="5572">
                  <a:moveTo>
                    <a:pt x="3874" y="5571"/>
                  </a:moveTo>
                  <a:lnTo>
                    <a:pt x="3079" y="5571"/>
                  </a:lnTo>
                  <a:lnTo>
                    <a:pt x="3079" y="1872"/>
                  </a:lnTo>
                  <a:cubicBezTo>
                    <a:pt x="3079" y="1499"/>
                    <a:pt x="3039" y="1232"/>
                    <a:pt x="2958" y="1071"/>
                  </a:cubicBezTo>
                  <a:cubicBezTo>
                    <a:pt x="2850" y="844"/>
                    <a:pt x="2645" y="731"/>
                    <a:pt x="2341" y="731"/>
                  </a:cubicBezTo>
                  <a:cubicBezTo>
                    <a:pt x="2119" y="731"/>
                    <a:pt x="1866" y="816"/>
                    <a:pt x="1583" y="985"/>
                  </a:cubicBezTo>
                  <a:cubicBezTo>
                    <a:pt x="1570" y="992"/>
                    <a:pt x="1559" y="998"/>
                    <a:pt x="1546" y="1006"/>
                  </a:cubicBezTo>
                  <a:cubicBezTo>
                    <a:pt x="1308" y="1143"/>
                    <a:pt x="1126" y="1293"/>
                    <a:pt x="946" y="1499"/>
                  </a:cubicBezTo>
                  <a:lnTo>
                    <a:pt x="946" y="5571"/>
                  </a:lnTo>
                  <a:lnTo>
                    <a:pt x="191" y="5571"/>
                  </a:lnTo>
                  <a:lnTo>
                    <a:pt x="191" y="1518"/>
                  </a:lnTo>
                  <a:cubicBezTo>
                    <a:pt x="191" y="964"/>
                    <a:pt x="128" y="534"/>
                    <a:pt x="0" y="228"/>
                  </a:cubicBezTo>
                  <a:lnTo>
                    <a:pt x="765" y="0"/>
                  </a:lnTo>
                  <a:cubicBezTo>
                    <a:pt x="888" y="283"/>
                    <a:pt x="944" y="544"/>
                    <a:pt x="946" y="853"/>
                  </a:cubicBezTo>
                  <a:cubicBezTo>
                    <a:pt x="1462" y="284"/>
                    <a:pt x="1989" y="0"/>
                    <a:pt x="2526" y="0"/>
                  </a:cubicBezTo>
                  <a:cubicBezTo>
                    <a:pt x="2526" y="0"/>
                    <a:pt x="2527" y="0"/>
                    <a:pt x="2528" y="0"/>
                  </a:cubicBezTo>
                  <a:cubicBezTo>
                    <a:pt x="2778" y="0"/>
                    <a:pt x="2991" y="57"/>
                    <a:pt x="3208" y="182"/>
                  </a:cubicBezTo>
                  <a:cubicBezTo>
                    <a:pt x="3226" y="193"/>
                    <a:pt x="3242" y="202"/>
                    <a:pt x="3260" y="214"/>
                  </a:cubicBezTo>
                  <a:cubicBezTo>
                    <a:pt x="3441" y="324"/>
                    <a:pt x="3571" y="458"/>
                    <a:pt x="3678" y="642"/>
                  </a:cubicBezTo>
                  <a:cubicBezTo>
                    <a:pt x="3708" y="695"/>
                    <a:pt x="3731" y="741"/>
                    <a:pt x="3753" y="798"/>
                  </a:cubicBezTo>
                  <a:cubicBezTo>
                    <a:pt x="3837" y="1006"/>
                    <a:pt x="3874" y="1196"/>
                    <a:pt x="3874" y="1420"/>
                  </a:cubicBezTo>
                  <a:cubicBezTo>
                    <a:pt x="3874" y="1424"/>
                    <a:pt x="3874" y="1428"/>
                    <a:pt x="3874" y="1433"/>
                  </a:cubicBezTo>
                  <a:lnTo>
                    <a:pt x="3874" y="5571"/>
                  </a:lnTo>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7" name="Freeform 3">
              <a:extLst>
                <a:ext uri="{FF2B5EF4-FFF2-40B4-BE49-F238E27FC236}">
                  <a16:creationId xmlns:a16="http://schemas.microsoft.com/office/drawing/2014/main" id="{1466165A-B83F-5CBD-D4C3-3FA4D16BAB2C}"/>
                </a:ext>
              </a:extLst>
            </p:cNvPr>
            <p:cNvSpPr>
              <a:spLocks noChangeArrowheads="1"/>
            </p:cNvSpPr>
            <p:nvPr/>
          </p:nvSpPr>
          <p:spPr bwMode="auto">
            <a:xfrm>
              <a:off x="7958753" y="3759002"/>
              <a:ext cx="1492252" cy="2084384"/>
            </a:xfrm>
            <a:custGeom>
              <a:avLst/>
              <a:gdLst>
                <a:gd name="T0" fmla="*/ 4146 w 4147"/>
                <a:gd name="T1" fmla="*/ 5178 h 5791"/>
                <a:gd name="T2" fmla="*/ 3743 w 4147"/>
                <a:gd name="T3" fmla="*/ 5790 h 5791"/>
                <a:gd name="T4" fmla="*/ 3059 w 4147"/>
                <a:gd name="T5" fmla="*/ 4993 h 5791"/>
                <a:gd name="T6" fmla="*/ 1611 w 4147"/>
                <a:gd name="T7" fmla="*/ 5726 h 5791"/>
                <a:gd name="T8" fmla="*/ 463 w 4147"/>
                <a:gd name="T9" fmla="*/ 5345 h 5791"/>
                <a:gd name="T10" fmla="*/ 0 w 4147"/>
                <a:gd name="T11" fmla="*/ 4178 h 5791"/>
                <a:gd name="T12" fmla="*/ 886 w 4147"/>
                <a:gd name="T13" fmla="*/ 2621 h 5791"/>
                <a:gd name="T14" fmla="*/ 2657 w 4147"/>
                <a:gd name="T15" fmla="*/ 2229 h 5791"/>
                <a:gd name="T16" fmla="*/ 3009 w 4147"/>
                <a:gd name="T17" fmla="*/ 2229 h 5791"/>
                <a:gd name="T18" fmla="*/ 3009 w 4147"/>
                <a:gd name="T19" fmla="*/ 1846 h 5791"/>
                <a:gd name="T20" fmla="*/ 2848 w 4147"/>
                <a:gd name="T21" fmla="*/ 994 h 5791"/>
                <a:gd name="T22" fmla="*/ 2173 w 4147"/>
                <a:gd name="T23" fmla="*/ 699 h 5791"/>
                <a:gd name="T24" fmla="*/ 573 w 4147"/>
                <a:gd name="T25" fmla="*/ 1344 h 5791"/>
                <a:gd name="T26" fmla="*/ 182 w 4147"/>
                <a:gd name="T27" fmla="*/ 732 h 5791"/>
                <a:gd name="T28" fmla="*/ 2285 w 4147"/>
                <a:gd name="T29" fmla="*/ 0 h 5791"/>
                <a:gd name="T30" fmla="*/ 3673 w 4147"/>
                <a:gd name="T31" fmla="*/ 852 h 5791"/>
                <a:gd name="T32" fmla="*/ 3784 w 4147"/>
                <a:gd name="T33" fmla="*/ 1781 h 5791"/>
                <a:gd name="T34" fmla="*/ 3784 w 4147"/>
                <a:gd name="T35" fmla="*/ 2054 h 5791"/>
                <a:gd name="T36" fmla="*/ 3743 w 4147"/>
                <a:gd name="T37" fmla="*/ 3845 h 5791"/>
                <a:gd name="T38" fmla="*/ 3733 w 4147"/>
                <a:gd name="T39" fmla="*/ 4058 h 5791"/>
                <a:gd name="T40" fmla="*/ 3733 w 4147"/>
                <a:gd name="T41" fmla="*/ 4097 h 5791"/>
                <a:gd name="T42" fmla="*/ 3784 w 4147"/>
                <a:gd name="T43" fmla="*/ 4730 h 5791"/>
                <a:gd name="T44" fmla="*/ 3855 w 4147"/>
                <a:gd name="T45" fmla="*/ 4902 h 5791"/>
                <a:gd name="T46" fmla="*/ 4113 w 4147"/>
                <a:gd name="T47" fmla="*/ 5161 h 5791"/>
                <a:gd name="T48" fmla="*/ 4146 w 4147"/>
                <a:gd name="T49" fmla="*/ 5178 h 5791"/>
                <a:gd name="T50" fmla="*/ 3009 w 4147"/>
                <a:gd name="T51" fmla="*/ 2819 h 5791"/>
                <a:gd name="T52" fmla="*/ 2615 w 4147"/>
                <a:gd name="T53" fmla="*/ 2797 h 5791"/>
                <a:gd name="T54" fmla="*/ 875 w 4147"/>
                <a:gd name="T55" fmla="*/ 4097 h 5791"/>
                <a:gd name="T56" fmla="*/ 1741 w 4147"/>
                <a:gd name="T57" fmla="*/ 5090 h 5791"/>
                <a:gd name="T58" fmla="*/ 2958 w 4147"/>
                <a:gd name="T59" fmla="*/ 4238 h 5791"/>
                <a:gd name="T60" fmla="*/ 3009 w 4147"/>
                <a:gd name="T61" fmla="*/ 2819 h 5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47" h="5791">
                  <a:moveTo>
                    <a:pt x="4146" y="5178"/>
                  </a:moveTo>
                  <a:lnTo>
                    <a:pt x="3743" y="5790"/>
                  </a:lnTo>
                  <a:cubicBezTo>
                    <a:pt x="3381" y="5666"/>
                    <a:pt x="3153" y="5400"/>
                    <a:pt x="3059" y="4993"/>
                  </a:cubicBezTo>
                  <a:cubicBezTo>
                    <a:pt x="2610" y="5482"/>
                    <a:pt x="2127" y="5726"/>
                    <a:pt x="1611" y="5726"/>
                  </a:cubicBezTo>
                  <a:cubicBezTo>
                    <a:pt x="1128" y="5726"/>
                    <a:pt x="745" y="5599"/>
                    <a:pt x="463" y="5345"/>
                  </a:cubicBezTo>
                  <a:cubicBezTo>
                    <a:pt x="155" y="5075"/>
                    <a:pt x="0" y="4686"/>
                    <a:pt x="0" y="4178"/>
                  </a:cubicBezTo>
                  <a:cubicBezTo>
                    <a:pt x="0" y="3475"/>
                    <a:pt x="296" y="2955"/>
                    <a:pt x="886" y="2621"/>
                  </a:cubicBezTo>
                  <a:cubicBezTo>
                    <a:pt x="1349" y="2360"/>
                    <a:pt x="1940" y="2229"/>
                    <a:pt x="2657" y="2229"/>
                  </a:cubicBezTo>
                  <a:lnTo>
                    <a:pt x="3009" y="2229"/>
                  </a:lnTo>
                  <a:lnTo>
                    <a:pt x="3009" y="1846"/>
                  </a:lnTo>
                  <a:cubicBezTo>
                    <a:pt x="3009" y="1409"/>
                    <a:pt x="2955" y="1125"/>
                    <a:pt x="2848" y="994"/>
                  </a:cubicBezTo>
                  <a:cubicBezTo>
                    <a:pt x="2687" y="797"/>
                    <a:pt x="2462" y="699"/>
                    <a:pt x="2173" y="699"/>
                  </a:cubicBezTo>
                  <a:cubicBezTo>
                    <a:pt x="1603" y="699"/>
                    <a:pt x="1070" y="914"/>
                    <a:pt x="573" y="1344"/>
                  </a:cubicBezTo>
                  <a:lnTo>
                    <a:pt x="182" y="732"/>
                  </a:lnTo>
                  <a:cubicBezTo>
                    <a:pt x="859" y="244"/>
                    <a:pt x="1560" y="0"/>
                    <a:pt x="2285" y="0"/>
                  </a:cubicBezTo>
                  <a:cubicBezTo>
                    <a:pt x="2995" y="0"/>
                    <a:pt x="3458" y="284"/>
                    <a:pt x="3673" y="852"/>
                  </a:cubicBezTo>
                  <a:cubicBezTo>
                    <a:pt x="3747" y="1049"/>
                    <a:pt x="3784" y="1358"/>
                    <a:pt x="3784" y="1781"/>
                  </a:cubicBezTo>
                  <a:lnTo>
                    <a:pt x="3784" y="2054"/>
                  </a:lnTo>
                  <a:lnTo>
                    <a:pt x="3743" y="3845"/>
                  </a:lnTo>
                  <a:cubicBezTo>
                    <a:pt x="3736" y="3920"/>
                    <a:pt x="3733" y="3983"/>
                    <a:pt x="3733" y="4058"/>
                  </a:cubicBezTo>
                  <a:cubicBezTo>
                    <a:pt x="3733" y="4072"/>
                    <a:pt x="3733" y="4083"/>
                    <a:pt x="3733" y="4097"/>
                  </a:cubicBezTo>
                  <a:cubicBezTo>
                    <a:pt x="3733" y="4403"/>
                    <a:pt x="3750" y="4614"/>
                    <a:pt x="3784" y="4730"/>
                  </a:cubicBezTo>
                  <a:cubicBezTo>
                    <a:pt x="3800" y="4794"/>
                    <a:pt x="3823" y="4846"/>
                    <a:pt x="3855" y="4902"/>
                  </a:cubicBezTo>
                  <a:cubicBezTo>
                    <a:pt x="3920" y="5015"/>
                    <a:pt x="4000" y="5096"/>
                    <a:pt x="4113" y="5161"/>
                  </a:cubicBezTo>
                  <a:cubicBezTo>
                    <a:pt x="4124" y="5167"/>
                    <a:pt x="4134" y="5173"/>
                    <a:pt x="4146" y="5178"/>
                  </a:cubicBezTo>
                  <a:close/>
                  <a:moveTo>
                    <a:pt x="3009" y="2819"/>
                  </a:moveTo>
                  <a:cubicBezTo>
                    <a:pt x="2778" y="2804"/>
                    <a:pt x="2648" y="2797"/>
                    <a:pt x="2615" y="2797"/>
                  </a:cubicBezTo>
                  <a:cubicBezTo>
                    <a:pt x="1455" y="2797"/>
                    <a:pt x="875" y="3231"/>
                    <a:pt x="875" y="4097"/>
                  </a:cubicBezTo>
                  <a:cubicBezTo>
                    <a:pt x="875" y="4759"/>
                    <a:pt x="1164" y="5090"/>
                    <a:pt x="1741" y="5090"/>
                  </a:cubicBezTo>
                  <a:cubicBezTo>
                    <a:pt x="2298" y="5090"/>
                    <a:pt x="2704" y="4806"/>
                    <a:pt x="2958" y="4238"/>
                  </a:cubicBezTo>
                  <a:lnTo>
                    <a:pt x="3009" y="2819"/>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8" name="Freeform 4">
              <a:extLst>
                <a:ext uri="{FF2B5EF4-FFF2-40B4-BE49-F238E27FC236}">
                  <a16:creationId xmlns:a16="http://schemas.microsoft.com/office/drawing/2014/main" id="{06AF74D8-2F50-B383-7612-6146D7C68454}"/>
                </a:ext>
              </a:extLst>
            </p:cNvPr>
            <p:cNvSpPr>
              <a:spLocks noChangeArrowheads="1"/>
            </p:cNvSpPr>
            <p:nvPr/>
          </p:nvSpPr>
          <p:spPr bwMode="auto">
            <a:xfrm>
              <a:off x="9436715" y="3773288"/>
              <a:ext cx="1681164" cy="2725736"/>
            </a:xfrm>
            <a:custGeom>
              <a:avLst/>
              <a:gdLst>
                <a:gd name="T0" fmla="*/ 2065 w 4671"/>
                <a:gd name="T1" fmla="*/ 7572 h 7573"/>
                <a:gd name="T2" fmla="*/ 0 w 4671"/>
                <a:gd name="T3" fmla="*/ 6185 h 7573"/>
                <a:gd name="T4" fmla="*/ 101 w 4671"/>
                <a:gd name="T5" fmla="*/ 5606 h 7573"/>
                <a:gd name="T6" fmla="*/ 926 w 4671"/>
                <a:gd name="T7" fmla="*/ 5530 h 7573"/>
                <a:gd name="T8" fmla="*/ 886 w 4671"/>
                <a:gd name="T9" fmla="*/ 5617 h 7573"/>
                <a:gd name="T10" fmla="*/ 785 w 4671"/>
                <a:gd name="T11" fmla="*/ 6021 h 7573"/>
                <a:gd name="T12" fmla="*/ 2093 w 4671"/>
                <a:gd name="T13" fmla="*/ 6906 h 7573"/>
                <a:gd name="T14" fmla="*/ 3311 w 4671"/>
                <a:gd name="T15" fmla="*/ 5956 h 7573"/>
                <a:gd name="T16" fmla="*/ 2909 w 4671"/>
                <a:gd name="T17" fmla="*/ 5224 h 7573"/>
                <a:gd name="T18" fmla="*/ 2053 w 4671"/>
                <a:gd name="T19" fmla="*/ 5093 h 7573"/>
                <a:gd name="T20" fmla="*/ 1278 w 4671"/>
                <a:gd name="T21" fmla="*/ 5093 h 7573"/>
                <a:gd name="T22" fmla="*/ 332 w 4671"/>
                <a:gd name="T23" fmla="*/ 4311 h 7573"/>
                <a:gd name="T24" fmla="*/ 1178 w 4671"/>
                <a:gd name="T25" fmla="*/ 3410 h 7573"/>
                <a:gd name="T26" fmla="*/ 1239 w 4671"/>
                <a:gd name="T27" fmla="*/ 3389 h 7573"/>
                <a:gd name="T28" fmla="*/ 945 w 4671"/>
                <a:gd name="T29" fmla="*/ 3255 h 7573"/>
                <a:gd name="T30" fmla="*/ 427 w 4671"/>
                <a:gd name="T31" fmla="*/ 2791 h 7573"/>
                <a:gd name="T32" fmla="*/ 320 w 4671"/>
                <a:gd name="T33" fmla="*/ 2630 h 7573"/>
                <a:gd name="T34" fmla="*/ 110 w 4671"/>
                <a:gd name="T35" fmla="*/ 1845 h 7573"/>
                <a:gd name="T36" fmla="*/ 110 w 4671"/>
                <a:gd name="T37" fmla="*/ 1824 h 7573"/>
                <a:gd name="T38" fmla="*/ 654 w 4671"/>
                <a:gd name="T39" fmla="*/ 478 h 7573"/>
                <a:gd name="T40" fmla="*/ 1962 w 4671"/>
                <a:gd name="T41" fmla="*/ 0 h 7573"/>
                <a:gd name="T42" fmla="*/ 1975 w 4671"/>
                <a:gd name="T43" fmla="*/ 0 h 7573"/>
                <a:gd name="T44" fmla="*/ 2686 w 4671"/>
                <a:gd name="T45" fmla="*/ 116 h 7573"/>
                <a:gd name="T46" fmla="*/ 3029 w 4671"/>
                <a:gd name="T47" fmla="*/ 232 h 7573"/>
                <a:gd name="T48" fmla="*/ 3459 w 4671"/>
                <a:gd name="T49" fmla="*/ 296 h 7573"/>
                <a:gd name="T50" fmla="*/ 3491 w 4671"/>
                <a:gd name="T51" fmla="*/ 296 h 7573"/>
                <a:gd name="T52" fmla="*/ 4186 w 4671"/>
                <a:gd name="T53" fmla="*/ 55 h 7573"/>
                <a:gd name="T54" fmla="*/ 4670 w 4671"/>
                <a:gd name="T55" fmla="*/ 580 h 7573"/>
                <a:gd name="T56" fmla="*/ 3823 w 4671"/>
                <a:gd name="T57" fmla="*/ 907 h 7573"/>
                <a:gd name="T58" fmla="*/ 3817 w 4671"/>
                <a:gd name="T59" fmla="*/ 907 h 7573"/>
                <a:gd name="T60" fmla="*/ 3481 w 4671"/>
                <a:gd name="T61" fmla="*/ 842 h 7573"/>
                <a:gd name="T62" fmla="*/ 3580 w 4671"/>
                <a:gd name="T63" fmla="*/ 993 h 7573"/>
                <a:gd name="T64" fmla="*/ 3783 w 4671"/>
                <a:gd name="T65" fmla="*/ 1748 h 7573"/>
                <a:gd name="T66" fmla="*/ 3783 w 4671"/>
                <a:gd name="T67" fmla="*/ 1771 h 7573"/>
                <a:gd name="T68" fmla="*/ 3338 w 4671"/>
                <a:gd name="T69" fmla="*/ 3017 h 7573"/>
                <a:gd name="T70" fmla="*/ 2207 w 4671"/>
                <a:gd name="T71" fmla="*/ 3508 h 7573"/>
                <a:gd name="T72" fmla="*/ 2096 w 4671"/>
                <a:gd name="T73" fmla="*/ 3508 h 7573"/>
                <a:gd name="T74" fmla="*/ 1985 w 4671"/>
                <a:gd name="T75" fmla="*/ 3553 h 7573"/>
                <a:gd name="T76" fmla="*/ 1187 w 4671"/>
                <a:gd name="T77" fmla="*/ 4142 h 7573"/>
                <a:gd name="T78" fmla="*/ 1591 w 4671"/>
                <a:gd name="T79" fmla="*/ 4404 h 7573"/>
                <a:gd name="T80" fmla="*/ 2399 w 4671"/>
                <a:gd name="T81" fmla="*/ 4404 h 7573"/>
                <a:gd name="T82" fmla="*/ 3610 w 4671"/>
                <a:gd name="T83" fmla="*/ 4710 h 7573"/>
                <a:gd name="T84" fmla="*/ 4166 w 4671"/>
                <a:gd name="T85" fmla="*/ 5858 h 7573"/>
                <a:gd name="T86" fmla="*/ 2264 w 4671"/>
                <a:gd name="T87" fmla="*/ 7572 h 7573"/>
                <a:gd name="T88" fmla="*/ 2065 w 4671"/>
                <a:gd name="T89" fmla="*/ 7572 h 7573"/>
                <a:gd name="T90" fmla="*/ 2868 w 4671"/>
                <a:gd name="T91" fmla="*/ 1793 h 7573"/>
                <a:gd name="T92" fmla="*/ 1942 w 4671"/>
                <a:gd name="T93" fmla="*/ 733 h 7573"/>
                <a:gd name="T94" fmla="*/ 997 w 4671"/>
                <a:gd name="T95" fmla="*/ 1826 h 7573"/>
                <a:gd name="T96" fmla="*/ 1963 w 4671"/>
                <a:gd name="T97" fmla="*/ 2875 h 7573"/>
                <a:gd name="T98" fmla="*/ 2867 w 4671"/>
                <a:gd name="T99" fmla="*/ 1793 h 7573"/>
                <a:gd name="T100" fmla="*/ 2868 w 4671"/>
                <a:gd name="T101" fmla="*/ 1793 h 7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71" h="7573">
                  <a:moveTo>
                    <a:pt x="2065" y="7572"/>
                  </a:moveTo>
                  <a:cubicBezTo>
                    <a:pt x="689" y="7549"/>
                    <a:pt x="0" y="7088"/>
                    <a:pt x="0" y="6185"/>
                  </a:cubicBezTo>
                  <a:cubicBezTo>
                    <a:pt x="4" y="5978"/>
                    <a:pt x="35" y="5803"/>
                    <a:pt x="101" y="5606"/>
                  </a:cubicBezTo>
                  <a:lnTo>
                    <a:pt x="926" y="5530"/>
                  </a:lnTo>
                  <a:lnTo>
                    <a:pt x="886" y="5617"/>
                  </a:lnTo>
                  <a:cubicBezTo>
                    <a:pt x="820" y="5749"/>
                    <a:pt x="789" y="5874"/>
                    <a:pt x="785" y="6021"/>
                  </a:cubicBezTo>
                  <a:cubicBezTo>
                    <a:pt x="785" y="6612"/>
                    <a:pt x="1221" y="6907"/>
                    <a:pt x="2093" y="6906"/>
                  </a:cubicBezTo>
                  <a:cubicBezTo>
                    <a:pt x="2905" y="6906"/>
                    <a:pt x="3311" y="6589"/>
                    <a:pt x="3311" y="5956"/>
                  </a:cubicBezTo>
                  <a:cubicBezTo>
                    <a:pt x="3311" y="5592"/>
                    <a:pt x="3177" y="5347"/>
                    <a:pt x="2909" y="5224"/>
                  </a:cubicBezTo>
                  <a:cubicBezTo>
                    <a:pt x="2727" y="5136"/>
                    <a:pt x="2442" y="5093"/>
                    <a:pt x="2053" y="5093"/>
                  </a:cubicBezTo>
                  <a:lnTo>
                    <a:pt x="1278" y="5093"/>
                  </a:lnTo>
                  <a:cubicBezTo>
                    <a:pt x="647" y="5093"/>
                    <a:pt x="331" y="4832"/>
                    <a:pt x="332" y="4311"/>
                  </a:cubicBezTo>
                  <a:cubicBezTo>
                    <a:pt x="332" y="3913"/>
                    <a:pt x="614" y="3613"/>
                    <a:pt x="1178" y="3410"/>
                  </a:cubicBezTo>
                  <a:lnTo>
                    <a:pt x="1239" y="3389"/>
                  </a:lnTo>
                  <a:cubicBezTo>
                    <a:pt x="1131" y="3352"/>
                    <a:pt x="1043" y="3311"/>
                    <a:pt x="945" y="3255"/>
                  </a:cubicBezTo>
                  <a:cubicBezTo>
                    <a:pt x="732" y="3131"/>
                    <a:pt x="573" y="2989"/>
                    <a:pt x="427" y="2791"/>
                  </a:cubicBezTo>
                  <a:cubicBezTo>
                    <a:pt x="386" y="2737"/>
                    <a:pt x="354" y="2689"/>
                    <a:pt x="320" y="2630"/>
                  </a:cubicBezTo>
                  <a:cubicBezTo>
                    <a:pt x="176" y="2380"/>
                    <a:pt x="110" y="2134"/>
                    <a:pt x="110" y="1845"/>
                  </a:cubicBezTo>
                  <a:lnTo>
                    <a:pt x="110" y="1824"/>
                  </a:lnTo>
                  <a:cubicBezTo>
                    <a:pt x="110" y="1260"/>
                    <a:pt x="291" y="811"/>
                    <a:pt x="654" y="478"/>
                  </a:cubicBezTo>
                  <a:cubicBezTo>
                    <a:pt x="996" y="160"/>
                    <a:pt x="1432" y="1"/>
                    <a:pt x="1962" y="0"/>
                  </a:cubicBezTo>
                  <a:lnTo>
                    <a:pt x="1975" y="0"/>
                  </a:lnTo>
                  <a:cubicBezTo>
                    <a:pt x="2229" y="0"/>
                    <a:pt x="2445" y="36"/>
                    <a:pt x="2686" y="116"/>
                  </a:cubicBezTo>
                  <a:lnTo>
                    <a:pt x="3029" y="232"/>
                  </a:lnTo>
                  <a:cubicBezTo>
                    <a:pt x="3175" y="277"/>
                    <a:pt x="3305" y="296"/>
                    <a:pt x="3459" y="296"/>
                  </a:cubicBezTo>
                  <a:lnTo>
                    <a:pt x="3491" y="296"/>
                  </a:lnTo>
                  <a:cubicBezTo>
                    <a:pt x="3733" y="296"/>
                    <a:pt x="3964" y="215"/>
                    <a:pt x="4186" y="55"/>
                  </a:cubicBezTo>
                  <a:lnTo>
                    <a:pt x="4670" y="580"/>
                  </a:lnTo>
                  <a:cubicBezTo>
                    <a:pt x="4387" y="798"/>
                    <a:pt x="4105" y="907"/>
                    <a:pt x="3823" y="907"/>
                  </a:cubicBezTo>
                  <a:lnTo>
                    <a:pt x="3817" y="907"/>
                  </a:lnTo>
                  <a:cubicBezTo>
                    <a:pt x="3696" y="907"/>
                    <a:pt x="3593" y="887"/>
                    <a:pt x="3481" y="842"/>
                  </a:cubicBezTo>
                  <a:cubicBezTo>
                    <a:pt x="3519" y="893"/>
                    <a:pt x="3549" y="938"/>
                    <a:pt x="3580" y="993"/>
                  </a:cubicBezTo>
                  <a:cubicBezTo>
                    <a:pt x="3719" y="1234"/>
                    <a:pt x="3783" y="1470"/>
                    <a:pt x="3783" y="1748"/>
                  </a:cubicBezTo>
                  <a:lnTo>
                    <a:pt x="3783" y="1771"/>
                  </a:lnTo>
                  <a:cubicBezTo>
                    <a:pt x="3783" y="2273"/>
                    <a:pt x="3634" y="2689"/>
                    <a:pt x="3338" y="3017"/>
                  </a:cubicBezTo>
                  <a:cubicBezTo>
                    <a:pt x="3042" y="3344"/>
                    <a:pt x="2665" y="3508"/>
                    <a:pt x="2207" y="3508"/>
                  </a:cubicBezTo>
                  <a:lnTo>
                    <a:pt x="2096" y="3508"/>
                  </a:lnTo>
                  <a:lnTo>
                    <a:pt x="1985" y="3553"/>
                  </a:lnTo>
                  <a:cubicBezTo>
                    <a:pt x="1453" y="3763"/>
                    <a:pt x="1187" y="3960"/>
                    <a:pt x="1187" y="4142"/>
                  </a:cubicBezTo>
                  <a:cubicBezTo>
                    <a:pt x="1187" y="4317"/>
                    <a:pt x="1322" y="4404"/>
                    <a:pt x="1591" y="4404"/>
                  </a:cubicBezTo>
                  <a:lnTo>
                    <a:pt x="2399" y="4404"/>
                  </a:lnTo>
                  <a:cubicBezTo>
                    <a:pt x="2937" y="4404"/>
                    <a:pt x="3341" y="4506"/>
                    <a:pt x="3610" y="4710"/>
                  </a:cubicBezTo>
                  <a:cubicBezTo>
                    <a:pt x="3980" y="4987"/>
                    <a:pt x="4166" y="5370"/>
                    <a:pt x="4166" y="5858"/>
                  </a:cubicBezTo>
                  <a:cubicBezTo>
                    <a:pt x="4166" y="6975"/>
                    <a:pt x="3531" y="7546"/>
                    <a:pt x="2264" y="7572"/>
                  </a:cubicBezTo>
                  <a:lnTo>
                    <a:pt x="2065" y="7572"/>
                  </a:lnTo>
                  <a:close/>
                  <a:moveTo>
                    <a:pt x="2868" y="1793"/>
                  </a:moveTo>
                  <a:cubicBezTo>
                    <a:pt x="2868" y="1086"/>
                    <a:pt x="2560" y="733"/>
                    <a:pt x="1942" y="733"/>
                  </a:cubicBezTo>
                  <a:cubicBezTo>
                    <a:pt x="1312" y="733"/>
                    <a:pt x="997" y="1097"/>
                    <a:pt x="997" y="1826"/>
                  </a:cubicBezTo>
                  <a:cubicBezTo>
                    <a:pt x="997" y="2525"/>
                    <a:pt x="1319" y="2875"/>
                    <a:pt x="1963" y="2875"/>
                  </a:cubicBezTo>
                  <a:cubicBezTo>
                    <a:pt x="2566" y="2875"/>
                    <a:pt x="2867" y="2515"/>
                    <a:pt x="2867" y="1793"/>
                  </a:cubicBezTo>
                  <a:lnTo>
                    <a:pt x="2868" y="1793"/>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9" name="Freeform 5">
              <a:extLst>
                <a:ext uri="{FF2B5EF4-FFF2-40B4-BE49-F238E27FC236}">
                  <a16:creationId xmlns:a16="http://schemas.microsoft.com/office/drawing/2014/main" id="{989EF2FB-587A-B1C4-B556-A4B69CD5BAAB}"/>
                </a:ext>
              </a:extLst>
            </p:cNvPr>
            <p:cNvSpPr>
              <a:spLocks noChangeArrowheads="1"/>
            </p:cNvSpPr>
            <p:nvPr/>
          </p:nvSpPr>
          <p:spPr bwMode="auto">
            <a:xfrm>
              <a:off x="11148031" y="3741541"/>
              <a:ext cx="314325" cy="341313"/>
            </a:xfrm>
            <a:custGeom>
              <a:avLst/>
              <a:gdLst>
                <a:gd name="T0" fmla="*/ 647 w 875"/>
                <a:gd name="T1" fmla="*/ 54 h 949"/>
                <a:gd name="T2" fmla="*/ 810 w 875"/>
                <a:gd name="T3" fmla="*/ 220 h 949"/>
                <a:gd name="T4" fmla="*/ 874 w 875"/>
                <a:gd name="T5" fmla="*/ 474 h 949"/>
                <a:gd name="T6" fmla="*/ 810 w 875"/>
                <a:gd name="T7" fmla="*/ 726 h 949"/>
                <a:gd name="T8" fmla="*/ 646 w 875"/>
                <a:gd name="T9" fmla="*/ 892 h 949"/>
                <a:gd name="T10" fmla="*/ 227 w 875"/>
                <a:gd name="T11" fmla="*/ 892 h 949"/>
                <a:gd name="T12" fmla="*/ 64 w 875"/>
                <a:gd name="T13" fmla="*/ 726 h 949"/>
                <a:gd name="T14" fmla="*/ 0 w 875"/>
                <a:gd name="T15" fmla="*/ 472 h 949"/>
                <a:gd name="T16" fmla="*/ 64 w 875"/>
                <a:gd name="T17" fmla="*/ 220 h 949"/>
                <a:gd name="T18" fmla="*/ 227 w 875"/>
                <a:gd name="T19" fmla="*/ 54 h 949"/>
                <a:gd name="T20" fmla="*/ 480 w 875"/>
                <a:gd name="T21" fmla="*/ 0 h 949"/>
                <a:gd name="T22" fmla="*/ 740 w 875"/>
                <a:gd name="T23" fmla="*/ 251 h 949"/>
                <a:gd name="T24" fmla="*/ 606 w 875"/>
                <a:gd name="T25" fmla="*/ 114 h 949"/>
                <a:gd name="T26" fmla="*/ 268 w 875"/>
                <a:gd name="T27" fmla="*/ 114 h 949"/>
                <a:gd name="T28" fmla="*/ 134 w 875"/>
                <a:gd name="T29" fmla="*/ 251 h 949"/>
                <a:gd name="T30" fmla="*/ 78 w 875"/>
                <a:gd name="T31" fmla="*/ 474 h 949"/>
                <a:gd name="T32" fmla="*/ 134 w 875"/>
                <a:gd name="T33" fmla="*/ 698 h 949"/>
                <a:gd name="T34" fmla="*/ 268 w 875"/>
                <a:gd name="T35" fmla="*/ 836 h 949"/>
                <a:gd name="T36" fmla="*/ 437 w 875"/>
                <a:gd name="T37" fmla="*/ 880 h 949"/>
                <a:gd name="T38" fmla="*/ 606 w 875"/>
                <a:gd name="T39" fmla="*/ 836 h 949"/>
                <a:gd name="T40" fmla="*/ 740 w 875"/>
                <a:gd name="T41" fmla="*/ 697 h 949"/>
                <a:gd name="T42" fmla="*/ 796 w 875"/>
                <a:gd name="T43" fmla="*/ 474 h 949"/>
                <a:gd name="T44" fmla="*/ 653 w 875"/>
                <a:gd name="T45" fmla="*/ 751 h 949"/>
                <a:gd name="T46" fmla="*/ 432 w 875"/>
                <a:gd name="T47" fmla="*/ 513 h 949"/>
                <a:gd name="T48" fmla="*/ 347 w 875"/>
                <a:gd name="T49" fmla="*/ 751 h 949"/>
                <a:gd name="T50" fmla="*/ 270 w 875"/>
                <a:gd name="T51" fmla="*/ 196 h 949"/>
                <a:gd name="T52" fmla="*/ 641 w 875"/>
                <a:gd name="T53" fmla="*/ 354 h 949"/>
                <a:gd name="T54" fmla="*/ 653 w 875"/>
                <a:gd name="T55" fmla="*/ 751 h 949"/>
                <a:gd name="T56" fmla="*/ 349 w 875"/>
                <a:gd name="T57" fmla="*/ 266 h 949"/>
                <a:gd name="T58" fmla="*/ 428 w 875"/>
                <a:gd name="T59" fmla="*/ 445 h 949"/>
                <a:gd name="T60" fmla="*/ 522 w 875"/>
                <a:gd name="T61" fmla="*/ 432 h 949"/>
                <a:gd name="T62" fmla="*/ 554 w 875"/>
                <a:gd name="T63" fmla="*/ 401 h 949"/>
                <a:gd name="T64" fmla="*/ 564 w 875"/>
                <a:gd name="T65" fmla="*/ 351 h 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5" h="949">
                  <a:moveTo>
                    <a:pt x="480" y="0"/>
                  </a:moveTo>
                  <a:cubicBezTo>
                    <a:pt x="539" y="6"/>
                    <a:pt x="593" y="23"/>
                    <a:pt x="647" y="54"/>
                  </a:cubicBezTo>
                  <a:cubicBezTo>
                    <a:pt x="686" y="77"/>
                    <a:pt x="717" y="102"/>
                    <a:pt x="747" y="135"/>
                  </a:cubicBezTo>
                  <a:cubicBezTo>
                    <a:pt x="773" y="163"/>
                    <a:pt x="791" y="188"/>
                    <a:pt x="810" y="220"/>
                  </a:cubicBezTo>
                  <a:cubicBezTo>
                    <a:pt x="854" y="297"/>
                    <a:pt x="874" y="372"/>
                    <a:pt x="874" y="460"/>
                  </a:cubicBezTo>
                  <a:lnTo>
                    <a:pt x="874" y="474"/>
                  </a:lnTo>
                  <a:lnTo>
                    <a:pt x="874" y="486"/>
                  </a:lnTo>
                  <a:cubicBezTo>
                    <a:pt x="874" y="574"/>
                    <a:pt x="854" y="649"/>
                    <a:pt x="810" y="726"/>
                  </a:cubicBezTo>
                  <a:cubicBezTo>
                    <a:pt x="791" y="758"/>
                    <a:pt x="773" y="784"/>
                    <a:pt x="747" y="811"/>
                  </a:cubicBezTo>
                  <a:cubicBezTo>
                    <a:pt x="717" y="845"/>
                    <a:pt x="686" y="869"/>
                    <a:pt x="646" y="892"/>
                  </a:cubicBezTo>
                  <a:cubicBezTo>
                    <a:pt x="580" y="931"/>
                    <a:pt x="514" y="948"/>
                    <a:pt x="437" y="948"/>
                  </a:cubicBezTo>
                  <a:cubicBezTo>
                    <a:pt x="360" y="948"/>
                    <a:pt x="294" y="931"/>
                    <a:pt x="227" y="892"/>
                  </a:cubicBezTo>
                  <a:cubicBezTo>
                    <a:pt x="188" y="869"/>
                    <a:pt x="157" y="845"/>
                    <a:pt x="126" y="811"/>
                  </a:cubicBezTo>
                  <a:cubicBezTo>
                    <a:pt x="101" y="784"/>
                    <a:pt x="83" y="758"/>
                    <a:pt x="64" y="726"/>
                  </a:cubicBezTo>
                  <a:cubicBezTo>
                    <a:pt x="20" y="650"/>
                    <a:pt x="0" y="575"/>
                    <a:pt x="0" y="487"/>
                  </a:cubicBezTo>
                  <a:lnTo>
                    <a:pt x="0" y="472"/>
                  </a:lnTo>
                  <a:lnTo>
                    <a:pt x="0" y="460"/>
                  </a:lnTo>
                  <a:cubicBezTo>
                    <a:pt x="0" y="371"/>
                    <a:pt x="20" y="296"/>
                    <a:pt x="64" y="220"/>
                  </a:cubicBezTo>
                  <a:cubicBezTo>
                    <a:pt x="83" y="188"/>
                    <a:pt x="101" y="162"/>
                    <a:pt x="126" y="135"/>
                  </a:cubicBezTo>
                  <a:cubicBezTo>
                    <a:pt x="157" y="102"/>
                    <a:pt x="187" y="77"/>
                    <a:pt x="227" y="54"/>
                  </a:cubicBezTo>
                  <a:cubicBezTo>
                    <a:pt x="281" y="23"/>
                    <a:pt x="335" y="6"/>
                    <a:pt x="394" y="0"/>
                  </a:cubicBezTo>
                  <a:lnTo>
                    <a:pt x="480" y="0"/>
                  </a:lnTo>
                  <a:close/>
                  <a:moveTo>
                    <a:pt x="797" y="463"/>
                  </a:moveTo>
                  <a:cubicBezTo>
                    <a:pt x="797" y="385"/>
                    <a:pt x="779" y="319"/>
                    <a:pt x="740" y="251"/>
                  </a:cubicBezTo>
                  <a:cubicBezTo>
                    <a:pt x="726" y="228"/>
                    <a:pt x="713" y="209"/>
                    <a:pt x="696" y="189"/>
                  </a:cubicBezTo>
                  <a:cubicBezTo>
                    <a:pt x="669" y="157"/>
                    <a:pt x="642" y="135"/>
                    <a:pt x="606" y="114"/>
                  </a:cubicBezTo>
                  <a:cubicBezTo>
                    <a:pt x="552" y="83"/>
                    <a:pt x="499" y="69"/>
                    <a:pt x="437" y="69"/>
                  </a:cubicBezTo>
                  <a:cubicBezTo>
                    <a:pt x="375" y="69"/>
                    <a:pt x="322" y="83"/>
                    <a:pt x="268" y="114"/>
                  </a:cubicBezTo>
                  <a:cubicBezTo>
                    <a:pt x="233" y="134"/>
                    <a:pt x="206" y="156"/>
                    <a:pt x="180" y="187"/>
                  </a:cubicBezTo>
                  <a:cubicBezTo>
                    <a:pt x="162" y="208"/>
                    <a:pt x="148" y="227"/>
                    <a:pt x="134" y="251"/>
                  </a:cubicBezTo>
                  <a:cubicBezTo>
                    <a:pt x="96" y="319"/>
                    <a:pt x="78" y="385"/>
                    <a:pt x="78" y="463"/>
                  </a:cubicBezTo>
                  <a:lnTo>
                    <a:pt x="78" y="474"/>
                  </a:lnTo>
                  <a:lnTo>
                    <a:pt x="78" y="486"/>
                  </a:lnTo>
                  <a:cubicBezTo>
                    <a:pt x="78" y="564"/>
                    <a:pt x="96" y="630"/>
                    <a:pt x="134" y="698"/>
                  </a:cubicBezTo>
                  <a:cubicBezTo>
                    <a:pt x="148" y="722"/>
                    <a:pt x="162" y="741"/>
                    <a:pt x="180" y="762"/>
                  </a:cubicBezTo>
                  <a:cubicBezTo>
                    <a:pt x="206" y="793"/>
                    <a:pt x="233" y="816"/>
                    <a:pt x="268" y="836"/>
                  </a:cubicBezTo>
                  <a:cubicBezTo>
                    <a:pt x="320" y="866"/>
                    <a:pt x="371" y="880"/>
                    <a:pt x="431" y="880"/>
                  </a:cubicBezTo>
                  <a:lnTo>
                    <a:pt x="437" y="880"/>
                  </a:lnTo>
                  <a:lnTo>
                    <a:pt x="441" y="880"/>
                  </a:lnTo>
                  <a:cubicBezTo>
                    <a:pt x="502" y="880"/>
                    <a:pt x="554" y="866"/>
                    <a:pt x="606" y="836"/>
                  </a:cubicBezTo>
                  <a:cubicBezTo>
                    <a:pt x="642" y="815"/>
                    <a:pt x="669" y="792"/>
                    <a:pt x="696" y="760"/>
                  </a:cubicBezTo>
                  <a:cubicBezTo>
                    <a:pt x="713" y="739"/>
                    <a:pt x="726" y="721"/>
                    <a:pt x="740" y="697"/>
                  </a:cubicBezTo>
                  <a:cubicBezTo>
                    <a:pt x="779" y="630"/>
                    <a:pt x="797" y="564"/>
                    <a:pt x="797" y="486"/>
                  </a:cubicBezTo>
                  <a:cubicBezTo>
                    <a:pt x="797" y="482"/>
                    <a:pt x="797" y="478"/>
                    <a:pt x="796" y="474"/>
                  </a:cubicBezTo>
                  <a:cubicBezTo>
                    <a:pt x="797" y="470"/>
                    <a:pt x="797" y="467"/>
                    <a:pt x="797" y="463"/>
                  </a:cubicBezTo>
                  <a:close/>
                  <a:moveTo>
                    <a:pt x="653" y="751"/>
                  </a:moveTo>
                  <a:lnTo>
                    <a:pt x="571" y="751"/>
                  </a:lnTo>
                  <a:lnTo>
                    <a:pt x="432" y="513"/>
                  </a:lnTo>
                  <a:lnTo>
                    <a:pt x="347" y="513"/>
                  </a:lnTo>
                  <a:lnTo>
                    <a:pt x="347" y="751"/>
                  </a:lnTo>
                  <a:lnTo>
                    <a:pt x="270" y="751"/>
                  </a:lnTo>
                  <a:lnTo>
                    <a:pt x="270" y="196"/>
                  </a:lnTo>
                  <a:lnTo>
                    <a:pt x="462" y="196"/>
                  </a:lnTo>
                  <a:cubicBezTo>
                    <a:pt x="581" y="196"/>
                    <a:pt x="640" y="249"/>
                    <a:pt x="641" y="354"/>
                  </a:cubicBezTo>
                  <a:cubicBezTo>
                    <a:pt x="641" y="445"/>
                    <a:pt x="596" y="496"/>
                    <a:pt x="506" y="506"/>
                  </a:cubicBezTo>
                  <a:lnTo>
                    <a:pt x="653" y="751"/>
                  </a:lnTo>
                  <a:close/>
                  <a:moveTo>
                    <a:pt x="451" y="266"/>
                  </a:moveTo>
                  <a:lnTo>
                    <a:pt x="349" y="266"/>
                  </a:lnTo>
                  <a:lnTo>
                    <a:pt x="349" y="445"/>
                  </a:lnTo>
                  <a:lnTo>
                    <a:pt x="428" y="445"/>
                  </a:lnTo>
                  <a:lnTo>
                    <a:pt x="444" y="445"/>
                  </a:lnTo>
                  <a:cubicBezTo>
                    <a:pt x="472" y="445"/>
                    <a:pt x="496" y="441"/>
                    <a:pt x="522" y="432"/>
                  </a:cubicBezTo>
                  <a:cubicBezTo>
                    <a:pt x="523" y="431"/>
                    <a:pt x="524" y="431"/>
                    <a:pt x="524" y="431"/>
                  </a:cubicBezTo>
                  <a:cubicBezTo>
                    <a:pt x="537" y="423"/>
                    <a:pt x="547" y="413"/>
                    <a:pt x="554" y="401"/>
                  </a:cubicBezTo>
                  <a:cubicBezTo>
                    <a:pt x="562" y="388"/>
                    <a:pt x="564" y="376"/>
                    <a:pt x="564" y="361"/>
                  </a:cubicBezTo>
                  <a:lnTo>
                    <a:pt x="564" y="351"/>
                  </a:lnTo>
                  <a:cubicBezTo>
                    <a:pt x="564" y="294"/>
                    <a:pt x="526" y="266"/>
                    <a:pt x="451" y="266"/>
                  </a:cubicBez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grpSp>
      <p:sp>
        <p:nvSpPr>
          <p:cNvPr id="13" name="Text Placeholder 12">
            <a:extLst>
              <a:ext uri="{FF2B5EF4-FFF2-40B4-BE49-F238E27FC236}">
                <a16:creationId xmlns:a16="http://schemas.microsoft.com/office/drawing/2014/main" id="{65772D44-40FE-5E2E-8A30-C149E9756618}"/>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bg1"/>
                </a:solidFill>
              </a:defRPr>
            </a:lvl1pPr>
          </a:lstStyle>
          <a:p>
            <a:pPr lvl="0"/>
            <a:r>
              <a:rPr lang="en-GB"/>
              <a:t>Title Goes Here</a:t>
            </a:r>
            <a:endParaRPr lang="en-US"/>
          </a:p>
        </p:txBody>
      </p:sp>
      <p:sp>
        <p:nvSpPr>
          <p:cNvPr id="14" name="Rectangle 13">
            <a:extLst>
              <a:ext uri="{FF2B5EF4-FFF2-40B4-BE49-F238E27FC236}">
                <a16:creationId xmlns:a16="http://schemas.microsoft.com/office/drawing/2014/main" id="{832538FB-FB43-26DF-C291-C192E918ADDD}"/>
              </a:ext>
            </a:extLst>
          </p:cNvPr>
          <p:cNvSpPr/>
          <p:nvPr userDrawn="1"/>
        </p:nvSpPr>
        <p:spPr>
          <a:xfrm>
            <a:off x="4413163" y="1440703"/>
            <a:ext cx="2624666" cy="131838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cs typeface="Calibri"/>
            </a:endParaRPr>
          </a:p>
        </p:txBody>
      </p:sp>
      <p:sp>
        <p:nvSpPr>
          <p:cNvPr id="16" name="Rectangle 15">
            <a:extLst>
              <a:ext uri="{FF2B5EF4-FFF2-40B4-BE49-F238E27FC236}">
                <a16:creationId xmlns:a16="http://schemas.microsoft.com/office/drawing/2014/main" id="{5E8C3090-F7EA-C9AC-2502-C7E2BC6BB5DF}"/>
              </a:ext>
            </a:extLst>
          </p:cNvPr>
          <p:cNvSpPr/>
          <p:nvPr userDrawn="1"/>
        </p:nvSpPr>
        <p:spPr>
          <a:xfrm>
            <a:off x="772496" y="3400131"/>
            <a:ext cx="2624666" cy="131838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cs typeface="Calibri"/>
            </a:endParaRPr>
          </a:p>
        </p:txBody>
      </p:sp>
      <p:sp>
        <p:nvSpPr>
          <p:cNvPr id="18" name="Rectangle 17">
            <a:extLst>
              <a:ext uri="{FF2B5EF4-FFF2-40B4-BE49-F238E27FC236}">
                <a16:creationId xmlns:a16="http://schemas.microsoft.com/office/drawing/2014/main" id="{8A79A5C7-D151-A8C9-18B6-6879DB91AE05}"/>
              </a:ext>
            </a:extLst>
          </p:cNvPr>
          <p:cNvSpPr/>
          <p:nvPr userDrawn="1"/>
        </p:nvSpPr>
        <p:spPr>
          <a:xfrm>
            <a:off x="8174782" y="3400131"/>
            <a:ext cx="2624666" cy="131838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cs typeface="Calibri"/>
            </a:endParaRPr>
          </a:p>
        </p:txBody>
      </p:sp>
      <p:sp>
        <p:nvSpPr>
          <p:cNvPr id="21" name="Rectangle 20">
            <a:extLst>
              <a:ext uri="{FF2B5EF4-FFF2-40B4-BE49-F238E27FC236}">
                <a16:creationId xmlns:a16="http://schemas.microsoft.com/office/drawing/2014/main" id="{4A5E1879-62F6-93B8-CF6D-8D26D923A675}"/>
              </a:ext>
            </a:extLst>
          </p:cNvPr>
          <p:cNvSpPr/>
          <p:nvPr/>
        </p:nvSpPr>
        <p:spPr>
          <a:xfrm>
            <a:off x="4413163" y="3400131"/>
            <a:ext cx="2624666" cy="131838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latin typeface="Helvetica" pitchFamily="2" charset="0"/>
              <a:cs typeface="Calibri"/>
            </a:endParaRPr>
          </a:p>
        </p:txBody>
      </p:sp>
      <p:grpSp>
        <p:nvGrpSpPr>
          <p:cNvPr id="23" name="Group 22">
            <a:extLst>
              <a:ext uri="{FF2B5EF4-FFF2-40B4-BE49-F238E27FC236}">
                <a16:creationId xmlns:a16="http://schemas.microsoft.com/office/drawing/2014/main" id="{7C7EE09A-9A52-C440-B708-2B33D4CE0DD8}"/>
              </a:ext>
            </a:extLst>
          </p:cNvPr>
          <p:cNvGrpSpPr/>
          <p:nvPr userDrawn="1"/>
        </p:nvGrpSpPr>
        <p:grpSpPr>
          <a:xfrm>
            <a:off x="2084906" y="2780014"/>
            <a:ext cx="7405841" cy="605932"/>
            <a:chOff x="2084906" y="2780014"/>
            <a:chExt cx="7405841" cy="605932"/>
          </a:xfrm>
        </p:grpSpPr>
        <p:cxnSp>
          <p:nvCxnSpPr>
            <p:cNvPr id="24" name="Straight Arrow Connector 23">
              <a:extLst>
                <a:ext uri="{FF2B5EF4-FFF2-40B4-BE49-F238E27FC236}">
                  <a16:creationId xmlns:a16="http://schemas.microsoft.com/office/drawing/2014/main" id="{1B7CEA8C-5B93-4036-0C53-9C4C40BBAB40}"/>
                </a:ext>
              </a:extLst>
            </p:cNvPr>
            <p:cNvCxnSpPr/>
            <p:nvPr/>
          </p:nvCxnSpPr>
          <p:spPr>
            <a:xfrm flipH="1">
              <a:off x="5783887" y="2780014"/>
              <a:ext cx="2834" cy="605932"/>
            </a:xfrm>
            <a:prstGeom prst="straightConnector1">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00FB260-A850-9A26-F027-D0C7162E923E}"/>
                </a:ext>
              </a:extLst>
            </p:cNvPr>
            <p:cNvCxnSpPr>
              <a:cxnSpLocks/>
            </p:cNvCxnSpPr>
            <p:nvPr/>
          </p:nvCxnSpPr>
          <p:spPr>
            <a:xfrm>
              <a:off x="2088063" y="3103491"/>
              <a:ext cx="7397219" cy="3608"/>
            </a:xfrm>
            <a:prstGeom prst="straightConnector1">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E85A40-A5D4-B25A-FFA5-0B720008B5D4}"/>
                </a:ext>
              </a:extLst>
            </p:cNvPr>
            <p:cNvCxnSpPr>
              <a:cxnSpLocks/>
            </p:cNvCxnSpPr>
            <p:nvPr/>
          </p:nvCxnSpPr>
          <p:spPr>
            <a:xfrm flipH="1">
              <a:off x="9487913" y="3108027"/>
              <a:ext cx="2834" cy="277919"/>
            </a:xfrm>
            <a:prstGeom prst="straightConnector1">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F56A1F-6187-57EF-3A6E-285C30E6B0BF}"/>
                </a:ext>
              </a:extLst>
            </p:cNvPr>
            <p:cNvCxnSpPr>
              <a:cxnSpLocks/>
            </p:cNvCxnSpPr>
            <p:nvPr/>
          </p:nvCxnSpPr>
          <p:spPr>
            <a:xfrm flipH="1">
              <a:off x="2084906" y="3108026"/>
              <a:ext cx="2834" cy="277919"/>
            </a:xfrm>
            <a:prstGeom prst="straightConnector1">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 Placeholder 28">
            <a:extLst>
              <a:ext uri="{FF2B5EF4-FFF2-40B4-BE49-F238E27FC236}">
                <a16:creationId xmlns:a16="http://schemas.microsoft.com/office/drawing/2014/main" id="{0DB8E361-9C48-5D79-17EC-B51564BCB3AD}"/>
              </a:ext>
            </a:extLst>
          </p:cNvPr>
          <p:cNvSpPr>
            <a:spLocks noGrp="1"/>
          </p:cNvSpPr>
          <p:nvPr>
            <p:ph type="body" sz="quarter" idx="12" hasCustomPrompt="1"/>
          </p:nvPr>
        </p:nvSpPr>
        <p:spPr>
          <a:xfrm>
            <a:off x="773113" y="3687763"/>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
        <p:nvSpPr>
          <p:cNvPr id="30" name="Text Placeholder 28">
            <a:extLst>
              <a:ext uri="{FF2B5EF4-FFF2-40B4-BE49-F238E27FC236}">
                <a16:creationId xmlns:a16="http://schemas.microsoft.com/office/drawing/2014/main" id="{882185B8-B85F-B52C-5DBF-A819E290A5E6}"/>
              </a:ext>
            </a:extLst>
          </p:cNvPr>
          <p:cNvSpPr>
            <a:spLocks noGrp="1"/>
          </p:cNvSpPr>
          <p:nvPr>
            <p:ph type="body" sz="quarter" idx="13" hasCustomPrompt="1"/>
          </p:nvPr>
        </p:nvSpPr>
        <p:spPr>
          <a:xfrm>
            <a:off x="4413075" y="3678978"/>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
        <p:nvSpPr>
          <p:cNvPr id="31" name="Text Placeholder 28">
            <a:extLst>
              <a:ext uri="{FF2B5EF4-FFF2-40B4-BE49-F238E27FC236}">
                <a16:creationId xmlns:a16="http://schemas.microsoft.com/office/drawing/2014/main" id="{9DAEC5E6-DE27-F31C-2A3E-ABCEABA99463}"/>
              </a:ext>
            </a:extLst>
          </p:cNvPr>
          <p:cNvSpPr>
            <a:spLocks noGrp="1"/>
          </p:cNvSpPr>
          <p:nvPr>
            <p:ph type="body" sz="quarter" idx="14" hasCustomPrompt="1"/>
          </p:nvPr>
        </p:nvSpPr>
        <p:spPr>
          <a:xfrm>
            <a:off x="8181940" y="3687763"/>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
        <p:nvSpPr>
          <p:cNvPr id="32" name="Text Placeholder 28">
            <a:extLst>
              <a:ext uri="{FF2B5EF4-FFF2-40B4-BE49-F238E27FC236}">
                <a16:creationId xmlns:a16="http://schemas.microsoft.com/office/drawing/2014/main" id="{078D70BE-80A8-07EE-F487-2EE6DD560399}"/>
              </a:ext>
            </a:extLst>
          </p:cNvPr>
          <p:cNvSpPr>
            <a:spLocks noGrp="1"/>
          </p:cNvSpPr>
          <p:nvPr>
            <p:ph type="body" sz="quarter" idx="15" hasCustomPrompt="1"/>
          </p:nvPr>
        </p:nvSpPr>
        <p:spPr>
          <a:xfrm>
            <a:off x="4413075" y="1705581"/>
            <a:ext cx="2624137" cy="812800"/>
          </a:xfrm>
        </p:spPr>
        <p:txBody>
          <a:bodyPr/>
          <a:lstStyle>
            <a:lvl1pPr marL="0" indent="0" algn="ctr">
              <a:buFontTx/>
              <a:buNone/>
              <a:defRPr sz="1800">
                <a:solidFill>
                  <a:schemeClr val="bg1"/>
                </a:solidFill>
              </a:defRPr>
            </a:lvl1pPr>
          </a:lstStyle>
          <a:p>
            <a:pPr lvl="0"/>
            <a:r>
              <a:rPr lang="en-GB"/>
              <a:t>Lorem Ipsum</a:t>
            </a:r>
            <a:endParaRPr lang="en-US"/>
          </a:p>
        </p:txBody>
      </p:sp>
    </p:spTree>
    <p:extLst>
      <p:ext uri="{BB962C8B-B14F-4D97-AF65-F5344CB8AC3E}">
        <p14:creationId xmlns:p14="http://schemas.microsoft.com/office/powerpoint/2010/main" val="385567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Blank_Slide_Header_B">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05884F3-B4CA-0049-F7D0-39F19C5729AB}"/>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583363 h 6858000"/>
              <a:gd name="connsiteX5" fmla="*/ 2279650 w 12192000"/>
              <a:gd name="connsiteY5" fmla="*/ 6583363 h 6858000"/>
              <a:gd name="connsiteX6" fmla="*/ 2279650 w 12192000"/>
              <a:gd name="connsiteY6" fmla="*/ 6227763 h 6858000"/>
              <a:gd name="connsiteX7" fmla="*/ 0 w 12192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6583363"/>
                </a:lnTo>
                <a:lnTo>
                  <a:pt x="2279650" y="6583363"/>
                </a:lnTo>
                <a:lnTo>
                  <a:pt x="2279650" y="6227763"/>
                </a:lnTo>
                <a:lnTo>
                  <a:pt x="0" y="6227763"/>
                </a:lnTo>
                <a:close/>
              </a:path>
            </a:pathLst>
          </a:custGeom>
          <a:solidFill>
            <a:srgbClr val="0E244C"/>
          </a:solidFill>
        </p:spPr>
        <p:txBody>
          <a:bodyPr wrap="square" lIns="0" tIns="0" rIns="0" bIns="0" anchor="ctr">
            <a:noAutofit/>
          </a:bodyPr>
          <a:lstStyle/>
          <a:p>
            <a:pPr algn="ctr" eaLnBrk="1" fontAlgn="auto" hangingPunct="1">
              <a:spcBef>
                <a:spcPts val="0"/>
              </a:spcBef>
              <a:spcAft>
                <a:spcPts val="0"/>
              </a:spcAft>
              <a:defRPr/>
            </a:pPr>
            <a:endParaRPr lang="en-US" sz="703">
              <a:latin typeface="Microsoft Sans Serif" panose="020B0604020202020204" pitchFamily="34" charset="0"/>
              <a:cs typeface="Microsoft Sans Serif" panose="020B0604020202020204" pitchFamily="34" charset="0"/>
            </a:endParaRPr>
          </a:p>
        </p:txBody>
      </p:sp>
      <p:sp>
        <p:nvSpPr>
          <p:cNvPr id="3" name="Rectangle 2">
            <a:extLst>
              <a:ext uri="{FF2B5EF4-FFF2-40B4-BE49-F238E27FC236}">
                <a16:creationId xmlns:a16="http://schemas.microsoft.com/office/drawing/2014/main" id="{9CC0BE42-1BEA-8F16-87DD-0DDCC132F97A}"/>
              </a:ext>
            </a:extLst>
          </p:cNvPr>
          <p:cNvSpPr/>
          <p:nvPr/>
        </p:nvSpPr>
        <p:spPr>
          <a:xfrm>
            <a:off x="0" y="317500"/>
            <a:ext cx="5659438" cy="685800"/>
          </a:xfrm>
          <a:prstGeom prst="rect">
            <a:avLst/>
          </a:prstGeom>
          <a:solidFill>
            <a:schemeClr val="accent5"/>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D1089A73-984D-0ABB-289B-F973970BC9EE}"/>
              </a:ext>
            </a:extLst>
          </p:cNvPr>
          <p:cNvSpPr/>
          <p:nvPr/>
        </p:nvSpPr>
        <p:spPr>
          <a:xfrm>
            <a:off x="0" y="317500"/>
            <a:ext cx="5561013"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grpSp>
        <p:nvGrpSpPr>
          <p:cNvPr id="5" name="Group 4">
            <a:extLst>
              <a:ext uri="{FF2B5EF4-FFF2-40B4-BE49-F238E27FC236}">
                <a16:creationId xmlns:a16="http://schemas.microsoft.com/office/drawing/2014/main" id="{EA311B07-1717-1658-49E6-B9824F8847CD}"/>
              </a:ext>
            </a:extLst>
          </p:cNvPr>
          <p:cNvGrpSpPr/>
          <p:nvPr/>
        </p:nvGrpSpPr>
        <p:grpSpPr>
          <a:xfrm>
            <a:off x="10806077" y="6155266"/>
            <a:ext cx="954282" cy="503187"/>
            <a:chOff x="6436339" y="3741541"/>
            <a:chExt cx="5026017" cy="2757483"/>
          </a:xfrm>
          <a:solidFill>
            <a:schemeClr val="bg1"/>
          </a:solidFill>
        </p:grpSpPr>
        <p:sp>
          <p:nvSpPr>
            <p:cNvPr id="6" name="Freeform 2">
              <a:extLst>
                <a:ext uri="{FF2B5EF4-FFF2-40B4-BE49-F238E27FC236}">
                  <a16:creationId xmlns:a16="http://schemas.microsoft.com/office/drawing/2014/main" id="{6397B3F7-6C32-72C7-E065-A9CE21DCEC39}"/>
                </a:ext>
              </a:extLst>
            </p:cNvPr>
            <p:cNvSpPr>
              <a:spLocks noChangeArrowheads="1"/>
            </p:cNvSpPr>
            <p:nvPr/>
          </p:nvSpPr>
          <p:spPr bwMode="auto">
            <a:xfrm>
              <a:off x="6436339" y="3762176"/>
              <a:ext cx="1395415" cy="2006597"/>
            </a:xfrm>
            <a:custGeom>
              <a:avLst/>
              <a:gdLst>
                <a:gd name="T0" fmla="*/ 3874 w 3875"/>
                <a:gd name="T1" fmla="*/ 5571 h 5572"/>
                <a:gd name="T2" fmla="*/ 3079 w 3875"/>
                <a:gd name="T3" fmla="*/ 5571 h 5572"/>
                <a:gd name="T4" fmla="*/ 3079 w 3875"/>
                <a:gd name="T5" fmla="*/ 1872 h 5572"/>
                <a:gd name="T6" fmla="*/ 2958 w 3875"/>
                <a:gd name="T7" fmla="*/ 1071 h 5572"/>
                <a:gd name="T8" fmla="*/ 2341 w 3875"/>
                <a:gd name="T9" fmla="*/ 731 h 5572"/>
                <a:gd name="T10" fmla="*/ 1583 w 3875"/>
                <a:gd name="T11" fmla="*/ 985 h 5572"/>
                <a:gd name="T12" fmla="*/ 1546 w 3875"/>
                <a:gd name="T13" fmla="*/ 1006 h 5572"/>
                <a:gd name="T14" fmla="*/ 946 w 3875"/>
                <a:gd name="T15" fmla="*/ 1499 h 5572"/>
                <a:gd name="T16" fmla="*/ 946 w 3875"/>
                <a:gd name="T17" fmla="*/ 5571 h 5572"/>
                <a:gd name="T18" fmla="*/ 191 w 3875"/>
                <a:gd name="T19" fmla="*/ 5571 h 5572"/>
                <a:gd name="T20" fmla="*/ 191 w 3875"/>
                <a:gd name="T21" fmla="*/ 1518 h 5572"/>
                <a:gd name="T22" fmla="*/ 0 w 3875"/>
                <a:gd name="T23" fmla="*/ 228 h 5572"/>
                <a:gd name="T24" fmla="*/ 765 w 3875"/>
                <a:gd name="T25" fmla="*/ 0 h 5572"/>
                <a:gd name="T26" fmla="*/ 946 w 3875"/>
                <a:gd name="T27" fmla="*/ 853 h 5572"/>
                <a:gd name="T28" fmla="*/ 2526 w 3875"/>
                <a:gd name="T29" fmla="*/ 0 h 5572"/>
                <a:gd name="T30" fmla="*/ 2528 w 3875"/>
                <a:gd name="T31" fmla="*/ 0 h 5572"/>
                <a:gd name="T32" fmla="*/ 3208 w 3875"/>
                <a:gd name="T33" fmla="*/ 182 h 5572"/>
                <a:gd name="T34" fmla="*/ 3260 w 3875"/>
                <a:gd name="T35" fmla="*/ 214 h 5572"/>
                <a:gd name="T36" fmla="*/ 3678 w 3875"/>
                <a:gd name="T37" fmla="*/ 642 h 5572"/>
                <a:gd name="T38" fmla="*/ 3753 w 3875"/>
                <a:gd name="T39" fmla="*/ 798 h 5572"/>
                <a:gd name="T40" fmla="*/ 3874 w 3875"/>
                <a:gd name="T41" fmla="*/ 1420 h 5572"/>
                <a:gd name="T42" fmla="*/ 3874 w 3875"/>
                <a:gd name="T43" fmla="*/ 1433 h 5572"/>
                <a:gd name="T44" fmla="*/ 3874 w 3875"/>
                <a:gd name="T45" fmla="*/ 5571 h 5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75" h="5572">
                  <a:moveTo>
                    <a:pt x="3874" y="5571"/>
                  </a:moveTo>
                  <a:lnTo>
                    <a:pt x="3079" y="5571"/>
                  </a:lnTo>
                  <a:lnTo>
                    <a:pt x="3079" y="1872"/>
                  </a:lnTo>
                  <a:cubicBezTo>
                    <a:pt x="3079" y="1499"/>
                    <a:pt x="3039" y="1232"/>
                    <a:pt x="2958" y="1071"/>
                  </a:cubicBezTo>
                  <a:cubicBezTo>
                    <a:pt x="2850" y="844"/>
                    <a:pt x="2645" y="731"/>
                    <a:pt x="2341" y="731"/>
                  </a:cubicBezTo>
                  <a:cubicBezTo>
                    <a:pt x="2119" y="731"/>
                    <a:pt x="1866" y="816"/>
                    <a:pt x="1583" y="985"/>
                  </a:cubicBezTo>
                  <a:cubicBezTo>
                    <a:pt x="1570" y="992"/>
                    <a:pt x="1559" y="998"/>
                    <a:pt x="1546" y="1006"/>
                  </a:cubicBezTo>
                  <a:cubicBezTo>
                    <a:pt x="1308" y="1143"/>
                    <a:pt x="1126" y="1293"/>
                    <a:pt x="946" y="1499"/>
                  </a:cubicBezTo>
                  <a:lnTo>
                    <a:pt x="946" y="5571"/>
                  </a:lnTo>
                  <a:lnTo>
                    <a:pt x="191" y="5571"/>
                  </a:lnTo>
                  <a:lnTo>
                    <a:pt x="191" y="1518"/>
                  </a:lnTo>
                  <a:cubicBezTo>
                    <a:pt x="191" y="964"/>
                    <a:pt x="128" y="534"/>
                    <a:pt x="0" y="228"/>
                  </a:cubicBezTo>
                  <a:lnTo>
                    <a:pt x="765" y="0"/>
                  </a:lnTo>
                  <a:cubicBezTo>
                    <a:pt x="888" y="283"/>
                    <a:pt x="944" y="544"/>
                    <a:pt x="946" y="853"/>
                  </a:cubicBezTo>
                  <a:cubicBezTo>
                    <a:pt x="1462" y="284"/>
                    <a:pt x="1989" y="0"/>
                    <a:pt x="2526" y="0"/>
                  </a:cubicBezTo>
                  <a:cubicBezTo>
                    <a:pt x="2526" y="0"/>
                    <a:pt x="2527" y="0"/>
                    <a:pt x="2528" y="0"/>
                  </a:cubicBezTo>
                  <a:cubicBezTo>
                    <a:pt x="2778" y="0"/>
                    <a:pt x="2991" y="57"/>
                    <a:pt x="3208" y="182"/>
                  </a:cubicBezTo>
                  <a:cubicBezTo>
                    <a:pt x="3226" y="193"/>
                    <a:pt x="3242" y="202"/>
                    <a:pt x="3260" y="214"/>
                  </a:cubicBezTo>
                  <a:cubicBezTo>
                    <a:pt x="3441" y="324"/>
                    <a:pt x="3571" y="458"/>
                    <a:pt x="3678" y="642"/>
                  </a:cubicBezTo>
                  <a:cubicBezTo>
                    <a:pt x="3708" y="695"/>
                    <a:pt x="3731" y="741"/>
                    <a:pt x="3753" y="798"/>
                  </a:cubicBezTo>
                  <a:cubicBezTo>
                    <a:pt x="3837" y="1006"/>
                    <a:pt x="3874" y="1196"/>
                    <a:pt x="3874" y="1420"/>
                  </a:cubicBezTo>
                  <a:cubicBezTo>
                    <a:pt x="3874" y="1424"/>
                    <a:pt x="3874" y="1428"/>
                    <a:pt x="3874" y="1433"/>
                  </a:cubicBezTo>
                  <a:lnTo>
                    <a:pt x="3874" y="5571"/>
                  </a:lnTo>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7" name="Freeform 3">
              <a:extLst>
                <a:ext uri="{FF2B5EF4-FFF2-40B4-BE49-F238E27FC236}">
                  <a16:creationId xmlns:a16="http://schemas.microsoft.com/office/drawing/2014/main" id="{1466165A-B83F-5CBD-D4C3-3FA4D16BAB2C}"/>
                </a:ext>
              </a:extLst>
            </p:cNvPr>
            <p:cNvSpPr>
              <a:spLocks noChangeArrowheads="1"/>
            </p:cNvSpPr>
            <p:nvPr/>
          </p:nvSpPr>
          <p:spPr bwMode="auto">
            <a:xfrm>
              <a:off x="7958753" y="3759002"/>
              <a:ext cx="1492252" cy="2084384"/>
            </a:xfrm>
            <a:custGeom>
              <a:avLst/>
              <a:gdLst>
                <a:gd name="T0" fmla="*/ 4146 w 4147"/>
                <a:gd name="T1" fmla="*/ 5178 h 5791"/>
                <a:gd name="T2" fmla="*/ 3743 w 4147"/>
                <a:gd name="T3" fmla="*/ 5790 h 5791"/>
                <a:gd name="T4" fmla="*/ 3059 w 4147"/>
                <a:gd name="T5" fmla="*/ 4993 h 5791"/>
                <a:gd name="T6" fmla="*/ 1611 w 4147"/>
                <a:gd name="T7" fmla="*/ 5726 h 5791"/>
                <a:gd name="T8" fmla="*/ 463 w 4147"/>
                <a:gd name="T9" fmla="*/ 5345 h 5791"/>
                <a:gd name="T10" fmla="*/ 0 w 4147"/>
                <a:gd name="T11" fmla="*/ 4178 h 5791"/>
                <a:gd name="T12" fmla="*/ 886 w 4147"/>
                <a:gd name="T13" fmla="*/ 2621 h 5791"/>
                <a:gd name="T14" fmla="*/ 2657 w 4147"/>
                <a:gd name="T15" fmla="*/ 2229 h 5791"/>
                <a:gd name="T16" fmla="*/ 3009 w 4147"/>
                <a:gd name="T17" fmla="*/ 2229 h 5791"/>
                <a:gd name="T18" fmla="*/ 3009 w 4147"/>
                <a:gd name="T19" fmla="*/ 1846 h 5791"/>
                <a:gd name="T20" fmla="*/ 2848 w 4147"/>
                <a:gd name="T21" fmla="*/ 994 h 5791"/>
                <a:gd name="T22" fmla="*/ 2173 w 4147"/>
                <a:gd name="T23" fmla="*/ 699 h 5791"/>
                <a:gd name="T24" fmla="*/ 573 w 4147"/>
                <a:gd name="T25" fmla="*/ 1344 h 5791"/>
                <a:gd name="T26" fmla="*/ 182 w 4147"/>
                <a:gd name="T27" fmla="*/ 732 h 5791"/>
                <a:gd name="T28" fmla="*/ 2285 w 4147"/>
                <a:gd name="T29" fmla="*/ 0 h 5791"/>
                <a:gd name="T30" fmla="*/ 3673 w 4147"/>
                <a:gd name="T31" fmla="*/ 852 h 5791"/>
                <a:gd name="T32" fmla="*/ 3784 w 4147"/>
                <a:gd name="T33" fmla="*/ 1781 h 5791"/>
                <a:gd name="T34" fmla="*/ 3784 w 4147"/>
                <a:gd name="T35" fmla="*/ 2054 h 5791"/>
                <a:gd name="T36" fmla="*/ 3743 w 4147"/>
                <a:gd name="T37" fmla="*/ 3845 h 5791"/>
                <a:gd name="T38" fmla="*/ 3733 w 4147"/>
                <a:gd name="T39" fmla="*/ 4058 h 5791"/>
                <a:gd name="T40" fmla="*/ 3733 w 4147"/>
                <a:gd name="T41" fmla="*/ 4097 h 5791"/>
                <a:gd name="T42" fmla="*/ 3784 w 4147"/>
                <a:gd name="T43" fmla="*/ 4730 h 5791"/>
                <a:gd name="T44" fmla="*/ 3855 w 4147"/>
                <a:gd name="T45" fmla="*/ 4902 h 5791"/>
                <a:gd name="T46" fmla="*/ 4113 w 4147"/>
                <a:gd name="T47" fmla="*/ 5161 h 5791"/>
                <a:gd name="T48" fmla="*/ 4146 w 4147"/>
                <a:gd name="T49" fmla="*/ 5178 h 5791"/>
                <a:gd name="T50" fmla="*/ 3009 w 4147"/>
                <a:gd name="T51" fmla="*/ 2819 h 5791"/>
                <a:gd name="T52" fmla="*/ 2615 w 4147"/>
                <a:gd name="T53" fmla="*/ 2797 h 5791"/>
                <a:gd name="T54" fmla="*/ 875 w 4147"/>
                <a:gd name="T55" fmla="*/ 4097 h 5791"/>
                <a:gd name="T56" fmla="*/ 1741 w 4147"/>
                <a:gd name="T57" fmla="*/ 5090 h 5791"/>
                <a:gd name="T58" fmla="*/ 2958 w 4147"/>
                <a:gd name="T59" fmla="*/ 4238 h 5791"/>
                <a:gd name="T60" fmla="*/ 3009 w 4147"/>
                <a:gd name="T61" fmla="*/ 2819 h 5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47" h="5791">
                  <a:moveTo>
                    <a:pt x="4146" y="5178"/>
                  </a:moveTo>
                  <a:lnTo>
                    <a:pt x="3743" y="5790"/>
                  </a:lnTo>
                  <a:cubicBezTo>
                    <a:pt x="3381" y="5666"/>
                    <a:pt x="3153" y="5400"/>
                    <a:pt x="3059" y="4993"/>
                  </a:cubicBezTo>
                  <a:cubicBezTo>
                    <a:pt x="2610" y="5482"/>
                    <a:pt x="2127" y="5726"/>
                    <a:pt x="1611" y="5726"/>
                  </a:cubicBezTo>
                  <a:cubicBezTo>
                    <a:pt x="1128" y="5726"/>
                    <a:pt x="745" y="5599"/>
                    <a:pt x="463" y="5345"/>
                  </a:cubicBezTo>
                  <a:cubicBezTo>
                    <a:pt x="155" y="5075"/>
                    <a:pt x="0" y="4686"/>
                    <a:pt x="0" y="4178"/>
                  </a:cubicBezTo>
                  <a:cubicBezTo>
                    <a:pt x="0" y="3475"/>
                    <a:pt x="296" y="2955"/>
                    <a:pt x="886" y="2621"/>
                  </a:cubicBezTo>
                  <a:cubicBezTo>
                    <a:pt x="1349" y="2360"/>
                    <a:pt x="1940" y="2229"/>
                    <a:pt x="2657" y="2229"/>
                  </a:cubicBezTo>
                  <a:lnTo>
                    <a:pt x="3009" y="2229"/>
                  </a:lnTo>
                  <a:lnTo>
                    <a:pt x="3009" y="1846"/>
                  </a:lnTo>
                  <a:cubicBezTo>
                    <a:pt x="3009" y="1409"/>
                    <a:pt x="2955" y="1125"/>
                    <a:pt x="2848" y="994"/>
                  </a:cubicBezTo>
                  <a:cubicBezTo>
                    <a:pt x="2687" y="797"/>
                    <a:pt x="2462" y="699"/>
                    <a:pt x="2173" y="699"/>
                  </a:cubicBezTo>
                  <a:cubicBezTo>
                    <a:pt x="1603" y="699"/>
                    <a:pt x="1070" y="914"/>
                    <a:pt x="573" y="1344"/>
                  </a:cubicBezTo>
                  <a:lnTo>
                    <a:pt x="182" y="732"/>
                  </a:lnTo>
                  <a:cubicBezTo>
                    <a:pt x="859" y="244"/>
                    <a:pt x="1560" y="0"/>
                    <a:pt x="2285" y="0"/>
                  </a:cubicBezTo>
                  <a:cubicBezTo>
                    <a:pt x="2995" y="0"/>
                    <a:pt x="3458" y="284"/>
                    <a:pt x="3673" y="852"/>
                  </a:cubicBezTo>
                  <a:cubicBezTo>
                    <a:pt x="3747" y="1049"/>
                    <a:pt x="3784" y="1358"/>
                    <a:pt x="3784" y="1781"/>
                  </a:cubicBezTo>
                  <a:lnTo>
                    <a:pt x="3784" y="2054"/>
                  </a:lnTo>
                  <a:lnTo>
                    <a:pt x="3743" y="3845"/>
                  </a:lnTo>
                  <a:cubicBezTo>
                    <a:pt x="3736" y="3920"/>
                    <a:pt x="3733" y="3983"/>
                    <a:pt x="3733" y="4058"/>
                  </a:cubicBezTo>
                  <a:cubicBezTo>
                    <a:pt x="3733" y="4072"/>
                    <a:pt x="3733" y="4083"/>
                    <a:pt x="3733" y="4097"/>
                  </a:cubicBezTo>
                  <a:cubicBezTo>
                    <a:pt x="3733" y="4403"/>
                    <a:pt x="3750" y="4614"/>
                    <a:pt x="3784" y="4730"/>
                  </a:cubicBezTo>
                  <a:cubicBezTo>
                    <a:pt x="3800" y="4794"/>
                    <a:pt x="3823" y="4846"/>
                    <a:pt x="3855" y="4902"/>
                  </a:cubicBezTo>
                  <a:cubicBezTo>
                    <a:pt x="3920" y="5015"/>
                    <a:pt x="4000" y="5096"/>
                    <a:pt x="4113" y="5161"/>
                  </a:cubicBezTo>
                  <a:cubicBezTo>
                    <a:pt x="4124" y="5167"/>
                    <a:pt x="4134" y="5173"/>
                    <a:pt x="4146" y="5178"/>
                  </a:cubicBezTo>
                  <a:close/>
                  <a:moveTo>
                    <a:pt x="3009" y="2819"/>
                  </a:moveTo>
                  <a:cubicBezTo>
                    <a:pt x="2778" y="2804"/>
                    <a:pt x="2648" y="2797"/>
                    <a:pt x="2615" y="2797"/>
                  </a:cubicBezTo>
                  <a:cubicBezTo>
                    <a:pt x="1455" y="2797"/>
                    <a:pt x="875" y="3231"/>
                    <a:pt x="875" y="4097"/>
                  </a:cubicBezTo>
                  <a:cubicBezTo>
                    <a:pt x="875" y="4759"/>
                    <a:pt x="1164" y="5090"/>
                    <a:pt x="1741" y="5090"/>
                  </a:cubicBezTo>
                  <a:cubicBezTo>
                    <a:pt x="2298" y="5090"/>
                    <a:pt x="2704" y="4806"/>
                    <a:pt x="2958" y="4238"/>
                  </a:cubicBezTo>
                  <a:lnTo>
                    <a:pt x="3009" y="2819"/>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8" name="Freeform 4">
              <a:extLst>
                <a:ext uri="{FF2B5EF4-FFF2-40B4-BE49-F238E27FC236}">
                  <a16:creationId xmlns:a16="http://schemas.microsoft.com/office/drawing/2014/main" id="{06AF74D8-2F50-B383-7612-6146D7C68454}"/>
                </a:ext>
              </a:extLst>
            </p:cNvPr>
            <p:cNvSpPr>
              <a:spLocks noChangeArrowheads="1"/>
            </p:cNvSpPr>
            <p:nvPr/>
          </p:nvSpPr>
          <p:spPr bwMode="auto">
            <a:xfrm>
              <a:off x="9436715" y="3773288"/>
              <a:ext cx="1681164" cy="2725736"/>
            </a:xfrm>
            <a:custGeom>
              <a:avLst/>
              <a:gdLst>
                <a:gd name="T0" fmla="*/ 2065 w 4671"/>
                <a:gd name="T1" fmla="*/ 7572 h 7573"/>
                <a:gd name="T2" fmla="*/ 0 w 4671"/>
                <a:gd name="T3" fmla="*/ 6185 h 7573"/>
                <a:gd name="T4" fmla="*/ 101 w 4671"/>
                <a:gd name="T5" fmla="*/ 5606 h 7573"/>
                <a:gd name="T6" fmla="*/ 926 w 4671"/>
                <a:gd name="T7" fmla="*/ 5530 h 7573"/>
                <a:gd name="T8" fmla="*/ 886 w 4671"/>
                <a:gd name="T9" fmla="*/ 5617 h 7573"/>
                <a:gd name="T10" fmla="*/ 785 w 4671"/>
                <a:gd name="T11" fmla="*/ 6021 h 7573"/>
                <a:gd name="T12" fmla="*/ 2093 w 4671"/>
                <a:gd name="T13" fmla="*/ 6906 h 7573"/>
                <a:gd name="T14" fmla="*/ 3311 w 4671"/>
                <a:gd name="T15" fmla="*/ 5956 h 7573"/>
                <a:gd name="T16" fmla="*/ 2909 w 4671"/>
                <a:gd name="T17" fmla="*/ 5224 h 7573"/>
                <a:gd name="T18" fmla="*/ 2053 w 4671"/>
                <a:gd name="T19" fmla="*/ 5093 h 7573"/>
                <a:gd name="T20" fmla="*/ 1278 w 4671"/>
                <a:gd name="T21" fmla="*/ 5093 h 7573"/>
                <a:gd name="T22" fmla="*/ 332 w 4671"/>
                <a:gd name="T23" fmla="*/ 4311 h 7573"/>
                <a:gd name="T24" fmla="*/ 1178 w 4671"/>
                <a:gd name="T25" fmla="*/ 3410 h 7573"/>
                <a:gd name="T26" fmla="*/ 1239 w 4671"/>
                <a:gd name="T27" fmla="*/ 3389 h 7573"/>
                <a:gd name="T28" fmla="*/ 945 w 4671"/>
                <a:gd name="T29" fmla="*/ 3255 h 7573"/>
                <a:gd name="T30" fmla="*/ 427 w 4671"/>
                <a:gd name="T31" fmla="*/ 2791 h 7573"/>
                <a:gd name="T32" fmla="*/ 320 w 4671"/>
                <a:gd name="T33" fmla="*/ 2630 h 7573"/>
                <a:gd name="T34" fmla="*/ 110 w 4671"/>
                <a:gd name="T35" fmla="*/ 1845 h 7573"/>
                <a:gd name="T36" fmla="*/ 110 w 4671"/>
                <a:gd name="T37" fmla="*/ 1824 h 7573"/>
                <a:gd name="T38" fmla="*/ 654 w 4671"/>
                <a:gd name="T39" fmla="*/ 478 h 7573"/>
                <a:gd name="T40" fmla="*/ 1962 w 4671"/>
                <a:gd name="T41" fmla="*/ 0 h 7573"/>
                <a:gd name="T42" fmla="*/ 1975 w 4671"/>
                <a:gd name="T43" fmla="*/ 0 h 7573"/>
                <a:gd name="T44" fmla="*/ 2686 w 4671"/>
                <a:gd name="T45" fmla="*/ 116 h 7573"/>
                <a:gd name="T46" fmla="*/ 3029 w 4671"/>
                <a:gd name="T47" fmla="*/ 232 h 7573"/>
                <a:gd name="T48" fmla="*/ 3459 w 4671"/>
                <a:gd name="T49" fmla="*/ 296 h 7573"/>
                <a:gd name="T50" fmla="*/ 3491 w 4671"/>
                <a:gd name="T51" fmla="*/ 296 h 7573"/>
                <a:gd name="T52" fmla="*/ 4186 w 4671"/>
                <a:gd name="T53" fmla="*/ 55 h 7573"/>
                <a:gd name="T54" fmla="*/ 4670 w 4671"/>
                <a:gd name="T55" fmla="*/ 580 h 7573"/>
                <a:gd name="T56" fmla="*/ 3823 w 4671"/>
                <a:gd name="T57" fmla="*/ 907 h 7573"/>
                <a:gd name="T58" fmla="*/ 3817 w 4671"/>
                <a:gd name="T59" fmla="*/ 907 h 7573"/>
                <a:gd name="T60" fmla="*/ 3481 w 4671"/>
                <a:gd name="T61" fmla="*/ 842 h 7573"/>
                <a:gd name="T62" fmla="*/ 3580 w 4671"/>
                <a:gd name="T63" fmla="*/ 993 h 7573"/>
                <a:gd name="T64" fmla="*/ 3783 w 4671"/>
                <a:gd name="T65" fmla="*/ 1748 h 7573"/>
                <a:gd name="T66" fmla="*/ 3783 w 4671"/>
                <a:gd name="T67" fmla="*/ 1771 h 7573"/>
                <a:gd name="T68" fmla="*/ 3338 w 4671"/>
                <a:gd name="T69" fmla="*/ 3017 h 7573"/>
                <a:gd name="T70" fmla="*/ 2207 w 4671"/>
                <a:gd name="T71" fmla="*/ 3508 h 7573"/>
                <a:gd name="T72" fmla="*/ 2096 w 4671"/>
                <a:gd name="T73" fmla="*/ 3508 h 7573"/>
                <a:gd name="T74" fmla="*/ 1985 w 4671"/>
                <a:gd name="T75" fmla="*/ 3553 h 7573"/>
                <a:gd name="T76" fmla="*/ 1187 w 4671"/>
                <a:gd name="T77" fmla="*/ 4142 h 7573"/>
                <a:gd name="T78" fmla="*/ 1591 w 4671"/>
                <a:gd name="T79" fmla="*/ 4404 h 7573"/>
                <a:gd name="T80" fmla="*/ 2399 w 4671"/>
                <a:gd name="T81" fmla="*/ 4404 h 7573"/>
                <a:gd name="T82" fmla="*/ 3610 w 4671"/>
                <a:gd name="T83" fmla="*/ 4710 h 7573"/>
                <a:gd name="T84" fmla="*/ 4166 w 4671"/>
                <a:gd name="T85" fmla="*/ 5858 h 7573"/>
                <a:gd name="T86" fmla="*/ 2264 w 4671"/>
                <a:gd name="T87" fmla="*/ 7572 h 7573"/>
                <a:gd name="T88" fmla="*/ 2065 w 4671"/>
                <a:gd name="T89" fmla="*/ 7572 h 7573"/>
                <a:gd name="T90" fmla="*/ 2868 w 4671"/>
                <a:gd name="T91" fmla="*/ 1793 h 7573"/>
                <a:gd name="T92" fmla="*/ 1942 w 4671"/>
                <a:gd name="T93" fmla="*/ 733 h 7573"/>
                <a:gd name="T94" fmla="*/ 997 w 4671"/>
                <a:gd name="T95" fmla="*/ 1826 h 7573"/>
                <a:gd name="T96" fmla="*/ 1963 w 4671"/>
                <a:gd name="T97" fmla="*/ 2875 h 7573"/>
                <a:gd name="T98" fmla="*/ 2867 w 4671"/>
                <a:gd name="T99" fmla="*/ 1793 h 7573"/>
                <a:gd name="T100" fmla="*/ 2868 w 4671"/>
                <a:gd name="T101" fmla="*/ 1793 h 7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71" h="7573">
                  <a:moveTo>
                    <a:pt x="2065" y="7572"/>
                  </a:moveTo>
                  <a:cubicBezTo>
                    <a:pt x="689" y="7549"/>
                    <a:pt x="0" y="7088"/>
                    <a:pt x="0" y="6185"/>
                  </a:cubicBezTo>
                  <a:cubicBezTo>
                    <a:pt x="4" y="5978"/>
                    <a:pt x="35" y="5803"/>
                    <a:pt x="101" y="5606"/>
                  </a:cubicBezTo>
                  <a:lnTo>
                    <a:pt x="926" y="5530"/>
                  </a:lnTo>
                  <a:lnTo>
                    <a:pt x="886" y="5617"/>
                  </a:lnTo>
                  <a:cubicBezTo>
                    <a:pt x="820" y="5749"/>
                    <a:pt x="789" y="5874"/>
                    <a:pt x="785" y="6021"/>
                  </a:cubicBezTo>
                  <a:cubicBezTo>
                    <a:pt x="785" y="6612"/>
                    <a:pt x="1221" y="6907"/>
                    <a:pt x="2093" y="6906"/>
                  </a:cubicBezTo>
                  <a:cubicBezTo>
                    <a:pt x="2905" y="6906"/>
                    <a:pt x="3311" y="6589"/>
                    <a:pt x="3311" y="5956"/>
                  </a:cubicBezTo>
                  <a:cubicBezTo>
                    <a:pt x="3311" y="5592"/>
                    <a:pt x="3177" y="5347"/>
                    <a:pt x="2909" y="5224"/>
                  </a:cubicBezTo>
                  <a:cubicBezTo>
                    <a:pt x="2727" y="5136"/>
                    <a:pt x="2442" y="5093"/>
                    <a:pt x="2053" y="5093"/>
                  </a:cubicBezTo>
                  <a:lnTo>
                    <a:pt x="1278" y="5093"/>
                  </a:lnTo>
                  <a:cubicBezTo>
                    <a:pt x="647" y="5093"/>
                    <a:pt x="331" y="4832"/>
                    <a:pt x="332" y="4311"/>
                  </a:cubicBezTo>
                  <a:cubicBezTo>
                    <a:pt x="332" y="3913"/>
                    <a:pt x="614" y="3613"/>
                    <a:pt x="1178" y="3410"/>
                  </a:cubicBezTo>
                  <a:lnTo>
                    <a:pt x="1239" y="3389"/>
                  </a:lnTo>
                  <a:cubicBezTo>
                    <a:pt x="1131" y="3352"/>
                    <a:pt x="1043" y="3311"/>
                    <a:pt x="945" y="3255"/>
                  </a:cubicBezTo>
                  <a:cubicBezTo>
                    <a:pt x="732" y="3131"/>
                    <a:pt x="573" y="2989"/>
                    <a:pt x="427" y="2791"/>
                  </a:cubicBezTo>
                  <a:cubicBezTo>
                    <a:pt x="386" y="2737"/>
                    <a:pt x="354" y="2689"/>
                    <a:pt x="320" y="2630"/>
                  </a:cubicBezTo>
                  <a:cubicBezTo>
                    <a:pt x="176" y="2380"/>
                    <a:pt x="110" y="2134"/>
                    <a:pt x="110" y="1845"/>
                  </a:cubicBezTo>
                  <a:lnTo>
                    <a:pt x="110" y="1824"/>
                  </a:lnTo>
                  <a:cubicBezTo>
                    <a:pt x="110" y="1260"/>
                    <a:pt x="291" y="811"/>
                    <a:pt x="654" y="478"/>
                  </a:cubicBezTo>
                  <a:cubicBezTo>
                    <a:pt x="996" y="160"/>
                    <a:pt x="1432" y="1"/>
                    <a:pt x="1962" y="0"/>
                  </a:cubicBezTo>
                  <a:lnTo>
                    <a:pt x="1975" y="0"/>
                  </a:lnTo>
                  <a:cubicBezTo>
                    <a:pt x="2229" y="0"/>
                    <a:pt x="2445" y="36"/>
                    <a:pt x="2686" y="116"/>
                  </a:cubicBezTo>
                  <a:lnTo>
                    <a:pt x="3029" y="232"/>
                  </a:lnTo>
                  <a:cubicBezTo>
                    <a:pt x="3175" y="277"/>
                    <a:pt x="3305" y="296"/>
                    <a:pt x="3459" y="296"/>
                  </a:cubicBezTo>
                  <a:lnTo>
                    <a:pt x="3491" y="296"/>
                  </a:lnTo>
                  <a:cubicBezTo>
                    <a:pt x="3733" y="296"/>
                    <a:pt x="3964" y="215"/>
                    <a:pt x="4186" y="55"/>
                  </a:cubicBezTo>
                  <a:lnTo>
                    <a:pt x="4670" y="580"/>
                  </a:lnTo>
                  <a:cubicBezTo>
                    <a:pt x="4387" y="798"/>
                    <a:pt x="4105" y="907"/>
                    <a:pt x="3823" y="907"/>
                  </a:cubicBezTo>
                  <a:lnTo>
                    <a:pt x="3817" y="907"/>
                  </a:lnTo>
                  <a:cubicBezTo>
                    <a:pt x="3696" y="907"/>
                    <a:pt x="3593" y="887"/>
                    <a:pt x="3481" y="842"/>
                  </a:cubicBezTo>
                  <a:cubicBezTo>
                    <a:pt x="3519" y="893"/>
                    <a:pt x="3549" y="938"/>
                    <a:pt x="3580" y="993"/>
                  </a:cubicBezTo>
                  <a:cubicBezTo>
                    <a:pt x="3719" y="1234"/>
                    <a:pt x="3783" y="1470"/>
                    <a:pt x="3783" y="1748"/>
                  </a:cubicBezTo>
                  <a:lnTo>
                    <a:pt x="3783" y="1771"/>
                  </a:lnTo>
                  <a:cubicBezTo>
                    <a:pt x="3783" y="2273"/>
                    <a:pt x="3634" y="2689"/>
                    <a:pt x="3338" y="3017"/>
                  </a:cubicBezTo>
                  <a:cubicBezTo>
                    <a:pt x="3042" y="3344"/>
                    <a:pt x="2665" y="3508"/>
                    <a:pt x="2207" y="3508"/>
                  </a:cubicBezTo>
                  <a:lnTo>
                    <a:pt x="2096" y="3508"/>
                  </a:lnTo>
                  <a:lnTo>
                    <a:pt x="1985" y="3553"/>
                  </a:lnTo>
                  <a:cubicBezTo>
                    <a:pt x="1453" y="3763"/>
                    <a:pt x="1187" y="3960"/>
                    <a:pt x="1187" y="4142"/>
                  </a:cubicBezTo>
                  <a:cubicBezTo>
                    <a:pt x="1187" y="4317"/>
                    <a:pt x="1322" y="4404"/>
                    <a:pt x="1591" y="4404"/>
                  </a:cubicBezTo>
                  <a:lnTo>
                    <a:pt x="2399" y="4404"/>
                  </a:lnTo>
                  <a:cubicBezTo>
                    <a:pt x="2937" y="4404"/>
                    <a:pt x="3341" y="4506"/>
                    <a:pt x="3610" y="4710"/>
                  </a:cubicBezTo>
                  <a:cubicBezTo>
                    <a:pt x="3980" y="4987"/>
                    <a:pt x="4166" y="5370"/>
                    <a:pt x="4166" y="5858"/>
                  </a:cubicBezTo>
                  <a:cubicBezTo>
                    <a:pt x="4166" y="6975"/>
                    <a:pt x="3531" y="7546"/>
                    <a:pt x="2264" y="7572"/>
                  </a:cubicBezTo>
                  <a:lnTo>
                    <a:pt x="2065" y="7572"/>
                  </a:lnTo>
                  <a:close/>
                  <a:moveTo>
                    <a:pt x="2868" y="1793"/>
                  </a:moveTo>
                  <a:cubicBezTo>
                    <a:pt x="2868" y="1086"/>
                    <a:pt x="2560" y="733"/>
                    <a:pt x="1942" y="733"/>
                  </a:cubicBezTo>
                  <a:cubicBezTo>
                    <a:pt x="1312" y="733"/>
                    <a:pt x="997" y="1097"/>
                    <a:pt x="997" y="1826"/>
                  </a:cubicBezTo>
                  <a:cubicBezTo>
                    <a:pt x="997" y="2525"/>
                    <a:pt x="1319" y="2875"/>
                    <a:pt x="1963" y="2875"/>
                  </a:cubicBezTo>
                  <a:cubicBezTo>
                    <a:pt x="2566" y="2875"/>
                    <a:pt x="2867" y="2515"/>
                    <a:pt x="2867" y="1793"/>
                  </a:cubicBezTo>
                  <a:lnTo>
                    <a:pt x="2868" y="1793"/>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9" name="Freeform 5">
              <a:extLst>
                <a:ext uri="{FF2B5EF4-FFF2-40B4-BE49-F238E27FC236}">
                  <a16:creationId xmlns:a16="http://schemas.microsoft.com/office/drawing/2014/main" id="{989EF2FB-587A-B1C4-B556-A4B69CD5BAAB}"/>
                </a:ext>
              </a:extLst>
            </p:cNvPr>
            <p:cNvSpPr>
              <a:spLocks noChangeArrowheads="1"/>
            </p:cNvSpPr>
            <p:nvPr/>
          </p:nvSpPr>
          <p:spPr bwMode="auto">
            <a:xfrm>
              <a:off x="11148031" y="3741541"/>
              <a:ext cx="314325" cy="341313"/>
            </a:xfrm>
            <a:custGeom>
              <a:avLst/>
              <a:gdLst>
                <a:gd name="T0" fmla="*/ 647 w 875"/>
                <a:gd name="T1" fmla="*/ 54 h 949"/>
                <a:gd name="T2" fmla="*/ 810 w 875"/>
                <a:gd name="T3" fmla="*/ 220 h 949"/>
                <a:gd name="T4" fmla="*/ 874 w 875"/>
                <a:gd name="T5" fmla="*/ 474 h 949"/>
                <a:gd name="T6" fmla="*/ 810 w 875"/>
                <a:gd name="T7" fmla="*/ 726 h 949"/>
                <a:gd name="T8" fmla="*/ 646 w 875"/>
                <a:gd name="T9" fmla="*/ 892 h 949"/>
                <a:gd name="T10" fmla="*/ 227 w 875"/>
                <a:gd name="T11" fmla="*/ 892 h 949"/>
                <a:gd name="T12" fmla="*/ 64 w 875"/>
                <a:gd name="T13" fmla="*/ 726 h 949"/>
                <a:gd name="T14" fmla="*/ 0 w 875"/>
                <a:gd name="T15" fmla="*/ 472 h 949"/>
                <a:gd name="T16" fmla="*/ 64 w 875"/>
                <a:gd name="T17" fmla="*/ 220 h 949"/>
                <a:gd name="T18" fmla="*/ 227 w 875"/>
                <a:gd name="T19" fmla="*/ 54 h 949"/>
                <a:gd name="T20" fmla="*/ 480 w 875"/>
                <a:gd name="T21" fmla="*/ 0 h 949"/>
                <a:gd name="T22" fmla="*/ 740 w 875"/>
                <a:gd name="T23" fmla="*/ 251 h 949"/>
                <a:gd name="T24" fmla="*/ 606 w 875"/>
                <a:gd name="T25" fmla="*/ 114 h 949"/>
                <a:gd name="T26" fmla="*/ 268 w 875"/>
                <a:gd name="T27" fmla="*/ 114 h 949"/>
                <a:gd name="T28" fmla="*/ 134 w 875"/>
                <a:gd name="T29" fmla="*/ 251 h 949"/>
                <a:gd name="T30" fmla="*/ 78 w 875"/>
                <a:gd name="T31" fmla="*/ 474 h 949"/>
                <a:gd name="T32" fmla="*/ 134 w 875"/>
                <a:gd name="T33" fmla="*/ 698 h 949"/>
                <a:gd name="T34" fmla="*/ 268 w 875"/>
                <a:gd name="T35" fmla="*/ 836 h 949"/>
                <a:gd name="T36" fmla="*/ 437 w 875"/>
                <a:gd name="T37" fmla="*/ 880 h 949"/>
                <a:gd name="T38" fmla="*/ 606 w 875"/>
                <a:gd name="T39" fmla="*/ 836 h 949"/>
                <a:gd name="T40" fmla="*/ 740 w 875"/>
                <a:gd name="T41" fmla="*/ 697 h 949"/>
                <a:gd name="T42" fmla="*/ 796 w 875"/>
                <a:gd name="T43" fmla="*/ 474 h 949"/>
                <a:gd name="T44" fmla="*/ 653 w 875"/>
                <a:gd name="T45" fmla="*/ 751 h 949"/>
                <a:gd name="T46" fmla="*/ 432 w 875"/>
                <a:gd name="T47" fmla="*/ 513 h 949"/>
                <a:gd name="T48" fmla="*/ 347 w 875"/>
                <a:gd name="T49" fmla="*/ 751 h 949"/>
                <a:gd name="T50" fmla="*/ 270 w 875"/>
                <a:gd name="T51" fmla="*/ 196 h 949"/>
                <a:gd name="T52" fmla="*/ 641 w 875"/>
                <a:gd name="T53" fmla="*/ 354 h 949"/>
                <a:gd name="T54" fmla="*/ 653 w 875"/>
                <a:gd name="T55" fmla="*/ 751 h 949"/>
                <a:gd name="T56" fmla="*/ 349 w 875"/>
                <a:gd name="T57" fmla="*/ 266 h 949"/>
                <a:gd name="T58" fmla="*/ 428 w 875"/>
                <a:gd name="T59" fmla="*/ 445 h 949"/>
                <a:gd name="T60" fmla="*/ 522 w 875"/>
                <a:gd name="T61" fmla="*/ 432 h 949"/>
                <a:gd name="T62" fmla="*/ 554 w 875"/>
                <a:gd name="T63" fmla="*/ 401 h 949"/>
                <a:gd name="T64" fmla="*/ 564 w 875"/>
                <a:gd name="T65" fmla="*/ 351 h 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5" h="949">
                  <a:moveTo>
                    <a:pt x="480" y="0"/>
                  </a:moveTo>
                  <a:cubicBezTo>
                    <a:pt x="539" y="6"/>
                    <a:pt x="593" y="23"/>
                    <a:pt x="647" y="54"/>
                  </a:cubicBezTo>
                  <a:cubicBezTo>
                    <a:pt x="686" y="77"/>
                    <a:pt x="717" y="102"/>
                    <a:pt x="747" y="135"/>
                  </a:cubicBezTo>
                  <a:cubicBezTo>
                    <a:pt x="773" y="163"/>
                    <a:pt x="791" y="188"/>
                    <a:pt x="810" y="220"/>
                  </a:cubicBezTo>
                  <a:cubicBezTo>
                    <a:pt x="854" y="297"/>
                    <a:pt x="874" y="372"/>
                    <a:pt x="874" y="460"/>
                  </a:cubicBezTo>
                  <a:lnTo>
                    <a:pt x="874" y="474"/>
                  </a:lnTo>
                  <a:lnTo>
                    <a:pt x="874" y="486"/>
                  </a:lnTo>
                  <a:cubicBezTo>
                    <a:pt x="874" y="574"/>
                    <a:pt x="854" y="649"/>
                    <a:pt x="810" y="726"/>
                  </a:cubicBezTo>
                  <a:cubicBezTo>
                    <a:pt x="791" y="758"/>
                    <a:pt x="773" y="784"/>
                    <a:pt x="747" y="811"/>
                  </a:cubicBezTo>
                  <a:cubicBezTo>
                    <a:pt x="717" y="845"/>
                    <a:pt x="686" y="869"/>
                    <a:pt x="646" y="892"/>
                  </a:cubicBezTo>
                  <a:cubicBezTo>
                    <a:pt x="580" y="931"/>
                    <a:pt x="514" y="948"/>
                    <a:pt x="437" y="948"/>
                  </a:cubicBezTo>
                  <a:cubicBezTo>
                    <a:pt x="360" y="948"/>
                    <a:pt x="294" y="931"/>
                    <a:pt x="227" y="892"/>
                  </a:cubicBezTo>
                  <a:cubicBezTo>
                    <a:pt x="188" y="869"/>
                    <a:pt x="157" y="845"/>
                    <a:pt x="126" y="811"/>
                  </a:cubicBezTo>
                  <a:cubicBezTo>
                    <a:pt x="101" y="784"/>
                    <a:pt x="83" y="758"/>
                    <a:pt x="64" y="726"/>
                  </a:cubicBezTo>
                  <a:cubicBezTo>
                    <a:pt x="20" y="650"/>
                    <a:pt x="0" y="575"/>
                    <a:pt x="0" y="487"/>
                  </a:cubicBezTo>
                  <a:lnTo>
                    <a:pt x="0" y="472"/>
                  </a:lnTo>
                  <a:lnTo>
                    <a:pt x="0" y="460"/>
                  </a:lnTo>
                  <a:cubicBezTo>
                    <a:pt x="0" y="371"/>
                    <a:pt x="20" y="296"/>
                    <a:pt x="64" y="220"/>
                  </a:cubicBezTo>
                  <a:cubicBezTo>
                    <a:pt x="83" y="188"/>
                    <a:pt x="101" y="162"/>
                    <a:pt x="126" y="135"/>
                  </a:cubicBezTo>
                  <a:cubicBezTo>
                    <a:pt x="157" y="102"/>
                    <a:pt x="187" y="77"/>
                    <a:pt x="227" y="54"/>
                  </a:cubicBezTo>
                  <a:cubicBezTo>
                    <a:pt x="281" y="23"/>
                    <a:pt x="335" y="6"/>
                    <a:pt x="394" y="0"/>
                  </a:cubicBezTo>
                  <a:lnTo>
                    <a:pt x="480" y="0"/>
                  </a:lnTo>
                  <a:close/>
                  <a:moveTo>
                    <a:pt x="797" y="463"/>
                  </a:moveTo>
                  <a:cubicBezTo>
                    <a:pt x="797" y="385"/>
                    <a:pt x="779" y="319"/>
                    <a:pt x="740" y="251"/>
                  </a:cubicBezTo>
                  <a:cubicBezTo>
                    <a:pt x="726" y="228"/>
                    <a:pt x="713" y="209"/>
                    <a:pt x="696" y="189"/>
                  </a:cubicBezTo>
                  <a:cubicBezTo>
                    <a:pt x="669" y="157"/>
                    <a:pt x="642" y="135"/>
                    <a:pt x="606" y="114"/>
                  </a:cubicBezTo>
                  <a:cubicBezTo>
                    <a:pt x="552" y="83"/>
                    <a:pt x="499" y="69"/>
                    <a:pt x="437" y="69"/>
                  </a:cubicBezTo>
                  <a:cubicBezTo>
                    <a:pt x="375" y="69"/>
                    <a:pt x="322" y="83"/>
                    <a:pt x="268" y="114"/>
                  </a:cubicBezTo>
                  <a:cubicBezTo>
                    <a:pt x="233" y="134"/>
                    <a:pt x="206" y="156"/>
                    <a:pt x="180" y="187"/>
                  </a:cubicBezTo>
                  <a:cubicBezTo>
                    <a:pt x="162" y="208"/>
                    <a:pt x="148" y="227"/>
                    <a:pt x="134" y="251"/>
                  </a:cubicBezTo>
                  <a:cubicBezTo>
                    <a:pt x="96" y="319"/>
                    <a:pt x="78" y="385"/>
                    <a:pt x="78" y="463"/>
                  </a:cubicBezTo>
                  <a:lnTo>
                    <a:pt x="78" y="474"/>
                  </a:lnTo>
                  <a:lnTo>
                    <a:pt x="78" y="486"/>
                  </a:lnTo>
                  <a:cubicBezTo>
                    <a:pt x="78" y="564"/>
                    <a:pt x="96" y="630"/>
                    <a:pt x="134" y="698"/>
                  </a:cubicBezTo>
                  <a:cubicBezTo>
                    <a:pt x="148" y="722"/>
                    <a:pt x="162" y="741"/>
                    <a:pt x="180" y="762"/>
                  </a:cubicBezTo>
                  <a:cubicBezTo>
                    <a:pt x="206" y="793"/>
                    <a:pt x="233" y="816"/>
                    <a:pt x="268" y="836"/>
                  </a:cubicBezTo>
                  <a:cubicBezTo>
                    <a:pt x="320" y="866"/>
                    <a:pt x="371" y="880"/>
                    <a:pt x="431" y="880"/>
                  </a:cubicBezTo>
                  <a:lnTo>
                    <a:pt x="437" y="880"/>
                  </a:lnTo>
                  <a:lnTo>
                    <a:pt x="441" y="880"/>
                  </a:lnTo>
                  <a:cubicBezTo>
                    <a:pt x="502" y="880"/>
                    <a:pt x="554" y="866"/>
                    <a:pt x="606" y="836"/>
                  </a:cubicBezTo>
                  <a:cubicBezTo>
                    <a:pt x="642" y="815"/>
                    <a:pt x="669" y="792"/>
                    <a:pt x="696" y="760"/>
                  </a:cubicBezTo>
                  <a:cubicBezTo>
                    <a:pt x="713" y="739"/>
                    <a:pt x="726" y="721"/>
                    <a:pt x="740" y="697"/>
                  </a:cubicBezTo>
                  <a:cubicBezTo>
                    <a:pt x="779" y="630"/>
                    <a:pt x="797" y="564"/>
                    <a:pt x="797" y="486"/>
                  </a:cubicBezTo>
                  <a:cubicBezTo>
                    <a:pt x="797" y="482"/>
                    <a:pt x="797" y="478"/>
                    <a:pt x="796" y="474"/>
                  </a:cubicBezTo>
                  <a:cubicBezTo>
                    <a:pt x="797" y="470"/>
                    <a:pt x="797" y="467"/>
                    <a:pt x="797" y="463"/>
                  </a:cubicBezTo>
                  <a:close/>
                  <a:moveTo>
                    <a:pt x="653" y="751"/>
                  </a:moveTo>
                  <a:lnTo>
                    <a:pt x="571" y="751"/>
                  </a:lnTo>
                  <a:lnTo>
                    <a:pt x="432" y="513"/>
                  </a:lnTo>
                  <a:lnTo>
                    <a:pt x="347" y="513"/>
                  </a:lnTo>
                  <a:lnTo>
                    <a:pt x="347" y="751"/>
                  </a:lnTo>
                  <a:lnTo>
                    <a:pt x="270" y="751"/>
                  </a:lnTo>
                  <a:lnTo>
                    <a:pt x="270" y="196"/>
                  </a:lnTo>
                  <a:lnTo>
                    <a:pt x="462" y="196"/>
                  </a:lnTo>
                  <a:cubicBezTo>
                    <a:pt x="581" y="196"/>
                    <a:pt x="640" y="249"/>
                    <a:pt x="641" y="354"/>
                  </a:cubicBezTo>
                  <a:cubicBezTo>
                    <a:pt x="641" y="445"/>
                    <a:pt x="596" y="496"/>
                    <a:pt x="506" y="506"/>
                  </a:cubicBezTo>
                  <a:lnTo>
                    <a:pt x="653" y="751"/>
                  </a:lnTo>
                  <a:close/>
                  <a:moveTo>
                    <a:pt x="451" y="266"/>
                  </a:moveTo>
                  <a:lnTo>
                    <a:pt x="349" y="266"/>
                  </a:lnTo>
                  <a:lnTo>
                    <a:pt x="349" y="445"/>
                  </a:lnTo>
                  <a:lnTo>
                    <a:pt x="428" y="445"/>
                  </a:lnTo>
                  <a:lnTo>
                    <a:pt x="444" y="445"/>
                  </a:lnTo>
                  <a:cubicBezTo>
                    <a:pt x="472" y="445"/>
                    <a:pt x="496" y="441"/>
                    <a:pt x="522" y="432"/>
                  </a:cubicBezTo>
                  <a:cubicBezTo>
                    <a:pt x="523" y="431"/>
                    <a:pt x="524" y="431"/>
                    <a:pt x="524" y="431"/>
                  </a:cubicBezTo>
                  <a:cubicBezTo>
                    <a:pt x="537" y="423"/>
                    <a:pt x="547" y="413"/>
                    <a:pt x="554" y="401"/>
                  </a:cubicBezTo>
                  <a:cubicBezTo>
                    <a:pt x="562" y="388"/>
                    <a:pt x="564" y="376"/>
                    <a:pt x="564" y="361"/>
                  </a:cubicBezTo>
                  <a:lnTo>
                    <a:pt x="564" y="351"/>
                  </a:lnTo>
                  <a:cubicBezTo>
                    <a:pt x="564" y="294"/>
                    <a:pt x="526" y="266"/>
                    <a:pt x="451" y="266"/>
                  </a:cubicBez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grpSp>
      <p:sp>
        <p:nvSpPr>
          <p:cNvPr id="13" name="Text Placeholder 12">
            <a:extLst>
              <a:ext uri="{FF2B5EF4-FFF2-40B4-BE49-F238E27FC236}">
                <a16:creationId xmlns:a16="http://schemas.microsoft.com/office/drawing/2014/main" id="{65772D44-40FE-5E2E-8A30-C149E9756618}"/>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18" name="Rectangle 17">
            <a:extLst>
              <a:ext uri="{FF2B5EF4-FFF2-40B4-BE49-F238E27FC236}">
                <a16:creationId xmlns:a16="http://schemas.microsoft.com/office/drawing/2014/main" id="{87A0A513-F9A8-5AFB-19B7-6B6FAF192DCE}"/>
              </a:ext>
            </a:extLst>
          </p:cNvPr>
          <p:cNvSpPr/>
          <p:nvPr/>
        </p:nvSpPr>
        <p:spPr>
          <a:xfrm>
            <a:off x="534164" y="2404590"/>
            <a:ext cx="2088044" cy="3283527"/>
          </a:xfrm>
          <a:prstGeom prst="rect">
            <a:avLst/>
          </a:prstGeom>
          <a:solidFill>
            <a:srgbClr val="152336"/>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19" name="Rectangle 18">
            <a:extLst>
              <a:ext uri="{FF2B5EF4-FFF2-40B4-BE49-F238E27FC236}">
                <a16:creationId xmlns:a16="http://schemas.microsoft.com/office/drawing/2014/main" id="{D87446C1-2F9B-4E3C-4406-1BAC5F94F0BA}"/>
              </a:ext>
            </a:extLst>
          </p:cNvPr>
          <p:cNvSpPr/>
          <p:nvPr/>
        </p:nvSpPr>
        <p:spPr>
          <a:xfrm>
            <a:off x="534163" y="2085806"/>
            <a:ext cx="2088044" cy="318784"/>
          </a:xfrm>
          <a:prstGeom prst="rect">
            <a:avLst/>
          </a:prstGeom>
          <a:solidFill>
            <a:schemeClr val="accent3"/>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3" name="Rectangle 22">
            <a:extLst>
              <a:ext uri="{FF2B5EF4-FFF2-40B4-BE49-F238E27FC236}">
                <a16:creationId xmlns:a16="http://schemas.microsoft.com/office/drawing/2014/main" id="{3E760F2B-DF89-C596-6E57-305275B25965}"/>
              </a:ext>
            </a:extLst>
          </p:cNvPr>
          <p:cNvSpPr/>
          <p:nvPr/>
        </p:nvSpPr>
        <p:spPr>
          <a:xfrm>
            <a:off x="2776430" y="2404590"/>
            <a:ext cx="2088044" cy="3283527"/>
          </a:xfrm>
          <a:prstGeom prst="rect">
            <a:avLst/>
          </a:prstGeom>
          <a:solidFill>
            <a:srgbClr val="152336"/>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4" name="Rectangle 23">
            <a:extLst>
              <a:ext uri="{FF2B5EF4-FFF2-40B4-BE49-F238E27FC236}">
                <a16:creationId xmlns:a16="http://schemas.microsoft.com/office/drawing/2014/main" id="{478E785F-B7DA-CC92-4991-3BB794662345}"/>
              </a:ext>
            </a:extLst>
          </p:cNvPr>
          <p:cNvSpPr/>
          <p:nvPr/>
        </p:nvSpPr>
        <p:spPr>
          <a:xfrm>
            <a:off x="2776429" y="2085806"/>
            <a:ext cx="2088044" cy="318784"/>
          </a:xfrm>
          <a:prstGeom prst="rect">
            <a:avLst/>
          </a:prstGeom>
          <a:solidFill>
            <a:schemeClr val="accent3"/>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8" name="Rectangle 27">
            <a:extLst>
              <a:ext uri="{FF2B5EF4-FFF2-40B4-BE49-F238E27FC236}">
                <a16:creationId xmlns:a16="http://schemas.microsoft.com/office/drawing/2014/main" id="{D59AE4FB-7CCA-8E93-EA5F-30C2FDC6BF4B}"/>
              </a:ext>
            </a:extLst>
          </p:cNvPr>
          <p:cNvSpPr/>
          <p:nvPr/>
        </p:nvSpPr>
        <p:spPr>
          <a:xfrm>
            <a:off x="5018696" y="2404590"/>
            <a:ext cx="2088044" cy="3283527"/>
          </a:xfrm>
          <a:prstGeom prst="rect">
            <a:avLst/>
          </a:prstGeom>
          <a:solidFill>
            <a:srgbClr val="152336"/>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9" name="Rectangle 28">
            <a:extLst>
              <a:ext uri="{FF2B5EF4-FFF2-40B4-BE49-F238E27FC236}">
                <a16:creationId xmlns:a16="http://schemas.microsoft.com/office/drawing/2014/main" id="{99435E5F-6AD1-BBE0-21C7-C88488E19219}"/>
              </a:ext>
            </a:extLst>
          </p:cNvPr>
          <p:cNvSpPr/>
          <p:nvPr/>
        </p:nvSpPr>
        <p:spPr>
          <a:xfrm>
            <a:off x="5018695" y="2085806"/>
            <a:ext cx="2088044" cy="318784"/>
          </a:xfrm>
          <a:prstGeom prst="rect">
            <a:avLst/>
          </a:prstGeom>
          <a:solidFill>
            <a:schemeClr val="accent3"/>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33" name="Rectangle 32">
            <a:extLst>
              <a:ext uri="{FF2B5EF4-FFF2-40B4-BE49-F238E27FC236}">
                <a16:creationId xmlns:a16="http://schemas.microsoft.com/office/drawing/2014/main" id="{A51ECA95-085B-648F-D455-C534160CD5DA}"/>
              </a:ext>
            </a:extLst>
          </p:cNvPr>
          <p:cNvSpPr/>
          <p:nvPr/>
        </p:nvSpPr>
        <p:spPr>
          <a:xfrm>
            <a:off x="7260962" y="2404590"/>
            <a:ext cx="2088044" cy="3283527"/>
          </a:xfrm>
          <a:prstGeom prst="rect">
            <a:avLst/>
          </a:prstGeom>
          <a:solidFill>
            <a:srgbClr val="152336"/>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34" name="Rectangle 33">
            <a:extLst>
              <a:ext uri="{FF2B5EF4-FFF2-40B4-BE49-F238E27FC236}">
                <a16:creationId xmlns:a16="http://schemas.microsoft.com/office/drawing/2014/main" id="{9AB764AB-5A85-6E9F-767D-E7B46435C0DE}"/>
              </a:ext>
            </a:extLst>
          </p:cNvPr>
          <p:cNvSpPr/>
          <p:nvPr/>
        </p:nvSpPr>
        <p:spPr>
          <a:xfrm>
            <a:off x="7260961" y="2085806"/>
            <a:ext cx="2088044" cy="318784"/>
          </a:xfrm>
          <a:prstGeom prst="rect">
            <a:avLst/>
          </a:prstGeom>
          <a:solidFill>
            <a:schemeClr val="accent3"/>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38" name="Rectangle 37">
            <a:extLst>
              <a:ext uri="{FF2B5EF4-FFF2-40B4-BE49-F238E27FC236}">
                <a16:creationId xmlns:a16="http://schemas.microsoft.com/office/drawing/2014/main" id="{18FC0ABC-E700-6C19-FE4B-5338DE8500EE}"/>
              </a:ext>
            </a:extLst>
          </p:cNvPr>
          <p:cNvSpPr/>
          <p:nvPr/>
        </p:nvSpPr>
        <p:spPr>
          <a:xfrm>
            <a:off x="9503228" y="2404590"/>
            <a:ext cx="2088044" cy="3283527"/>
          </a:xfrm>
          <a:prstGeom prst="rect">
            <a:avLst/>
          </a:prstGeom>
          <a:solidFill>
            <a:srgbClr val="152336"/>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39" name="Rectangle 38">
            <a:extLst>
              <a:ext uri="{FF2B5EF4-FFF2-40B4-BE49-F238E27FC236}">
                <a16:creationId xmlns:a16="http://schemas.microsoft.com/office/drawing/2014/main" id="{14166E26-86C4-BE00-AE00-0F64561316F1}"/>
              </a:ext>
            </a:extLst>
          </p:cNvPr>
          <p:cNvSpPr/>
          <p:nvPr/>
        </p:nvSpPr>
        <p:spPr>
          <a:xfrm>
            <a:off x="9503227" y="2085806"/>
            <a:ext cx="2088044" cy="318784"/>
          </a:xfrm>
          <a:prstGeom prst="rect">
            <a:avLst/>
          </a:prstGeom>
          <a:solidFill>
            <a:schemeClr val="accent3"/>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43" name="Text Placeholder 42">
            <a:extLst>
              <a:ext uri="{FF2B5EF4-FFF2-40B4-BE49-F238E27FC236}">
                <a16:creationId xmlns:a16="http://schemas.microsoft.com/office/drawing/2014/main" id="{72E871BF-0320-20A3-4961-226F358338A7}"/>
              </a:ext>
            </a:extLst>
          </p:cNvPr>
          <p:cNvSpPr>
            <a:spLocks noGrp="1"/>
          </p:cNvSpPr>
          <p:nvPr>
            <p:ph type="body" sz="quarter" idx="12" hasCustomPrompt="1"/>
          </p:nvPr>
        </p:nvSpPr>
        <p:spPr>
          <a:xfrm>
            <a:off x="534161" y="1456268"/>
            <a:ext cx="2088044" cy="633412"/>
          </a:xfrm>
        </p:spPr>
        <p:txBody>
          <a:bodyPr>
            <a:normAutofit/>
          </a:bodyPr>
          <a:lstStyle>
            <a:lvl1pPr marL="0" indent="0" algn="ctr">
              <a:buFontTx/>
              <a:buNone/>
              <a:defRPr sz="2400" b="1">
                <a:solidFill>
                  <a:schemeClr val="bg1"/>
                </a:solidFill>
              </a:defRPr>
            </a:lvl1pPr>
          </a:lstStyle>
          <a:p>
            <a:pPr lvl="0"/>
            <a:r>
              <a:rPr lang="en-US"/>
              <a:t>Text Here</a:t>
            </a:r>
          </a:p>
        </p:txBody>
      </p:sp>
      <p:sp>
        <p:nvSpPr>
          <p:cNvPr id="44" name="Text Placeholder 42">
            <a:extLst>
              <a:ext uri="{FF2B5EF4-FFF2-40B4-BE49-F238E27FC236}">
                <a16:creationId xmlns:a16="http://schemas.microsoft.com/office/drawing/2014/main" id="{7B38B1F9-3164-D53A-8844-DD57C63D4B5E}"/>
              </a:ext>
            </a:extLst>
          </p:cNvPr>
          <p:cNvSpPr>
            <a:spLocks noGrp="1"/>
          </p:cNvSpPr>
          <p:nvPr>
            <p:ph type="body" sz="quarter" idx="13" hasCustomPrompt="1"/>
          </p:nvPr>
        </p:nvSpPr>
        <p:spPr>
          <a:xfrm>
            <a:off x="2776428" y="1448171"/>
            <a:ext cx="2088044" cy="633412"/>
          </a:xfrm>
        </p:spPr>
        <p:txBody>
          <a:bodyPr>
            <a:normAutofit/>
          </a:bodyPr>
          <a:lstStyle>
            <a:lvl1pPr marL="0" indent="0" algn="ctr">
              <a:buFontTx/>
              <a:buNone/>
              <a:defRPr sz="2400" b="1">
                <a:solidFill>
                  <a:schemeClr val="bg1"/>
                </a:solidFill>
              </a:defRPr>
            </a:lvl1pPr>
          </a:lstStyle>
          <a:p>
            <a:pPr lvl="0"/>
            <a:r>
              <a:rPr lang="en-US"/>
              <a:t>Text Here</a:t>
            </a:r>
          </a:p>
        </p:txBody>
      </p:sp>
      <p:sp>
        <p:nvSpPr>
          <p:cNvPr id="45" name="Text Placeholder 42">
            <a:extLst>
              <a:ext uri="{FF2B5EF4-FFF2-40B4-BE49-F238E27FC236}">
                <a16:creationId xmlns:a16="http://schemas.microsoft.com/office/drawing/2014/main" id="{0AD6A66B-A85E-64A9-3DC9-51353A3DB9FB}"/>
              </a:ext>
            </a:extLst>
          </p:cNvPr>
          <p:cNvSpPr>
            <a:spLocks noGrp="1"/>
          </p:cNvSpPr>
          <p:nvPr>
            <p:ph type="body" sz="quarter" idx="14" hasCustomPrompt="1"/>
          </p:nvPr>
        </p:nvSpPr>
        <p:spPr>
          <a:xfrm>
            <a:off x="5018693" y="1441835"/>
            <a:ext cx="2088044" cy="633412"/>
          </a:xfrm>
        </p:spPr>
        <p:txBody>
          <a:bodyPr>
            <a:normAutofit/>
          </a:bodyPr>
          <a:lstStyle>
            <a:lvl1pPr marL="0" indent="0" algn="ctr">
              <a:buFontTx/>
              <a:buNone/>
              <a:defRPr sz="2400" b="1">
                <a:solidFill>
                  <a:schemeClr val="bg1"/>
                </a:solidFill>
              </a:defRPr>
            </a:lvl1pPr>
          </a:lstStyle>
          <a:p>
            <a:pPr lvl="0"/>
            <a:r>
              <a:rPr lang="en-US"/>
              <a:t>Text Here</a:t>
            </a:r>
          </a:p>
        </p:txBody>
      </p:sp>
      <p:sp>
        <p:nvSpPr>
          <p:cNvPr id="46" name="Text Placeholder 42">
            <a:extLst>
              <a:ext uri="{FF2B5EF4-FFF2-40B4-BE49-F238E27FC236}">
                <a16:creationId xmlns:a16="http://schemas.microsoft.com/office/drawing/2014/main" id="{FBB0D09C-014B-46DD-2A04-4F547A6AB09B}"/>
              </a:ext>
            </a:extLst>
          </p:cNvPr>
          <p:cNvSpPr>
            <a:spLocks noGrp="1"/>
          </p:cNvSpPr>
          <p:nvPr>
            <p:ph type="body" sz="quarter" idx="15" hasCustomPrompt="1"/>
          </p:nvPr>
        </p:nvSpPr>
        <p:spPr>
          <a:xfrm>
            <a:off x="7260960" y="1439757"/>
            <a:ext cx="2088044" cy="633412"/>
          </a:xfrm>
        </p:spPr>
        <p:txBody>
          <a:bodyPr>
            <a:normAutofit/>
          </a:bodyPr>
          <a:lstStyle>
            <a:lvl1pPr marL="0" indent="0" algn="ctr">
              <a:buFontTx/>
              <a:buNone/>
              <a:defRPr sz="2400" b="1">
                <a:solidFill>
                  <a:schemeClr val="bg1"/>
                </a:solidFill>
              </a:defRPr>
            </a:lvl1pPr>
          </a:lstStyle>
          <a:p>
            <a:pPr lvl="0"/>
            <a:r>
              <a:rPr lang="en-US"/>
              <a:t>Text Here</a:t>
            </a:r>
          </a:p>
        </p:txBody>
      </p:sp>
      <p:sp>
        <p:nvSpPr>
          <p:cNvPr id="47" name="Text Placeholder 42">
            <a:extLst>
              <a:ext uri="{FF2B5EF4-FFF2-40B4-BE49-F238E27FC236}">
                <a16:creationId xmlns:a16="http://schemas.microsoft.com/office/drawing/2014/main" id="{5C56D002-8B7D-61F1-9FD7-0FE51BB9F43C}"/>
              </a:ext>
            </a:extLst>
          </p:cNvPr>
          <p:cNvSpPr>
            <a:spLocks noGrp="1"/>
          </p:cNvSpPr>
          <p:nvPr>
            <p:ph type="body" sz="quarter" idx="16" hasCustomPrompt="1"/>
          </p:nvPr>
        </p:nvSpPr>
        <p:spPr>
          <a:xfrm>
            <a:off x="9503226" y="1436296"/>
            <a:ext cx="2088044" cy="633412"/>
          </a:xfrm>
        </p:spPr>
        <p:txBody>
          <a:bodyPr>
            <a:normAutofit/>
          </a:bodyPr>
          <a:lstStyle>
            <a:lvl1pPr marL="0" indent="0" algn="ctr">
              <a:buFontTx/>
              <a:buNone/>
              <a:defRPr sz="2400" b="1">
                <a:solidFill>
                  <a:schemeClr val="bg1"/>
                </a:solidFill>
              </a:defRPr>
            </a:lvl1pPr>
          </a:lstStyle>
          <a:p>
            <a:pPr lvl="0"/>
            <a:r>
              <a:rPr lang="en-US"/>
              <a:t>Text Here</a:t>
            </a:r>
          </a:p>
        </p:txBody>
      </p:sp>
      <p:sp>
        <p:nvSpPr>
          <p:cNvPr id="48" name="Text Placeholder 42">
            <a:extLst>
              <a:ext uri="{FF2B5EF4-FFF2-40B4-BE49-F238E27FC236}">
                <a16:creationId xmlns:a16="http://schemas.microsoft.com/office/drawing/2014/main" id="{0BDC029B-D8CE-87DE-F7B3-6B4A53977FF2}"/>
              </a:ext>
            </a:extLst>
          </p:cNvPr>
          <p:cNvSpPr>
            <a:spLocks noGrp="1"/>
          </p:cNvSpPr>
          <p:nvPr>
            <p:ph type="body" sz="quarter" idx="17" hasCustomPrompt="1"/>
          </p:nvPr>
        </p:nvSpPr>
        <p:spPr>
          <a:xfrm>
            <a:off x="685429" y="2484602"/>
            <a:ext cx="1752971" cy="3056919"/>
          </a:xfrm>
          <a:noFill/>
          <a:ln>
            <a:noFill/>
          </a:ln>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49" name="Text Placeholder 42">
            <a:extLst>
              <a:ext uri="{FF2B5EF4-FFF2-40B4-BE49-F238E27FC236}">
                <a16:creationId xmlns:a16="http://schemas.microsoft.com/office/drawing/2014/main" id="{AA5E5D97-2C83-D5C3-2C12-286C5EE46D4B}"/>
              </a:ext>
            </a:extLst>
          </p:cNvPr>
          <p:cNvSpPr>
            <a:spLocks noGrp="1"/>
          </p:cNvSpPr>
          <p:nvPr>
            <p:ph type="body" sz="quarter" idx="18" hasCustomPrompt="1"/>
          </p:nvPr>
        </p:nvSpPr>
        <p:spPr>
          <a:xfrm>
            <a:off x="2943964" y="2491889"/>
            <a:ext cx="1752971" cy="3056919"/>
          </a:xfrm>
          <a:noFill/>
          <a:ln>
            <a:noFill/>
          </a:ln>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50" name="Text Placeholder 42">
            <a:extLst>
              <a:ext uri="{FF2B5EF4-FFF2-40B4-BE49-F238E27FC236}">
                <a16:creationId xmlns:a16="http://schemas.microsoft.com/office/drawing/2014/main" id="{162DDB28-5DA0-5730-92A0-36ADE4A54AAE}"/>
              </a:ext>
            </a:extLst>
          </p:cNvPr>
          <p:cNvSpPr>
            <a:spLocks noGrp="1"/>
          </p:cNvSpPr>
          <p:nvPr>
            <p:ph type="body" sz="quarter" idx="19" hasCustomPrompt="1"/>
          </p:nvPr>
        </p:nvSpPr>
        <p:spPr>
          <a:xfrm>
            <a:off x="5186229" y="2499106"/>
            <a:ext cx="1752971" cy="3056919"/>
          </a:xfrm>
          <a:noFill/>
          <a:ln>
            <a:noFill/>
          </a:ln>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51" name="Text Placeholder 42">
            <a:extLst>
              <a:ext uri="{FF2B5EF4-FFF2-40B4-BE49-F238E27FC236}">
                <a16:creationId xmlns:a16="http://schemas.microsoft.com/office/drawing/2014/main" id="{6B37A3E1-20A6-BD0B-777A-11BD40CACAA1}"/>
              </a:ext>
            </a:extLst>
          </p:cNvPr>
          <p:cNvSpPr>
            <a:spLocks noGrp="1"/>
          </p:cNvSpPr>
          <p:nvPr>
            <p:ph type="body" sz="quarter" idx="20" hasCustomPrompt="1"/>
          </p:nvPr>
        </p:nvSpPr>
        <p:spPr>
          <a:xfrm>
            <a:off x="7428496" y="2517893"/>
            <a:ext cx="1752971" cy="3056919"/>
          </a:xfrm>
          <a:noFill/>
          <a:ln>
            <a:noFill/>
          </a:ln>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52" name="Text Placeholder 42">
            <a:extLst>
              <a:ext uri="{FF2B5EF4-FFF2-40B4-BE49-F238E27FC236}">
                <a16:creationId xmlns:a16="http://schemas.microsoft.com/office/drawing/2014/main" id="{6DCE69AB-4942-EA64-A75A-56A8F50B30C0}"/>
              </a:ext>
            </a:extLst>
          </p:cNvPr>
          <p:cNvSpPr>
            <a:spLocks noGrp="1"/>
          </p:cNvSpPr>
          <p:nvPr>
            <p:ph type="body" sz="quarter" idx="21" hasCustomPrompt="1"/>
          </p:nvPr>
        </p:nvSpPr>
        <p:spPr>
          <a:xfrm>
            <a:off x="9646313" y="2517892"/>
            <a:ext cx="1752971" cy="3056919"/>
          </a:xfrm>
          <a:noFill/>
          <a:ln>
            <a:noFill/>
          </a:ln>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53" name="Text Placeholder 42">
            <a:extLst>
              <a:ext uri="{FF2B5EF4-FFF2-40B4-BE49-F238E27FC236}">
                <a16:creationId xmlns:a16="http://schemas.microsoft.com/office/drawing/2014/main" id="{D92D32AD-5954-204B-C27B-3E08EB93947E}"/>
              </a:ext>
            </a:extLst>
          </p:cNvPr>
          <p:cNvSpPr>
            <a:spLocks noGrp="1"/>
          </p:cNvSpPr>
          <p:nvPr>
            <p:ph type="body" sz="quarter" idx="22" hasCustomPrompt="1"/>
          </p:nvPr>
        </p:nvSpPr>
        <p:spPr>
          <a:xfrm>
            <a:off x="534161" y="2121840"/>
            <a:ext cx="2088044" cy="318784"/>
          </a:xfrm>
          <a:solidFill>
            <a:schemeClr val="accent3"/>
          </a:solidFill>
          <a:ln>
            <a:solidFill>
              <a:schemeClr val="accent3"/>
            </a:solidFill>
          </a:ln>
        </p:spPr>
        <p:txBody>
          <a:bodyPr>
            <a:normAutofit/>
          </a:bodyPr>
          <a:lstStyle>
            <a:lvl1pPr marL="0" indent="0" algn="ctr">
              <a:buFontTx/>
              <a:buNone/>
              <a:defRPr sz="1400" b="1">
                <a:solidFill>
                  <a:schemeClr val="bg1"/>
                </a:solidFill>
              </a:defRPr>
            </a:lvl1pPr>
          </a:lstStyle>
          <a:p>
            <a:pPr lvl="0"/>
            <a:r>
              <a:rPr lang="en-US"/>
              <a:t>Text Here</a:t>
            </a:r>
          </a:p>
        </p:txBody>
      </p:sp>
      <p:sp>
        <p:nvSpPr>
          <p:cNvPr id="56" name="Text Placeholder 42">
            <a:extLst>
              <a:ext uri="{FF2B5EF4-FFF2-40B4-BE49-F238E27FC236}">
                <a16:creationId xmlns:a16="http://schemas.microsoft.com/office/drawing/2014/main" id="{00ABD50F-CE65-3B1F-0BA7-1BB7918BABEA}"/>
              </a:ext>
            </a:extLst>
          </p:cNvPr>
          <p:cNvSpPr>
            <a:spLocks noGrp="1"/>
          </p:cNvSpPr>
          <p:nvPr>
            <p:ph type="body" sz="quarter" idx="23" hasCustomPrompt="1"/>
          </p:nvPr>
        </p:nvSpPr>
        <p:spPr>
          <a:xfrm>
            <a:off x="2776426" y="2104814"/>
            <a:ext cx="2088044" cy="318784"/>
          </a:xfrm>
          <a:solidFill>
            <a:schemeClr val="accent3"/>
          </a:solidFill>
          <a:ln>
            <a:solidFill>
              <a:schemeClr val="accent3"/>
            </a:solidFill>
          </a:ln>
        </p:spPr>
        <p:txBody>
          <a:bodyPr>
            <a:normAutofit/>
          </a:bodyPr>
          <a:lstStyle>
            <a:lvl1pPr marL="0" indent="0" algn="ctr">
              <a:buFontTx/>
              <a:buNone/>
              <a:defRPr sz="1400" b="1">
                <a:solidFill>
                  <a:schemeClr val="bg1"/>
                </a:solidFill>
              </a:defRPr>
            </a:lvl1pPr>
          </a:lstStyle>
          <a:p>
            <a:pPr lvl="0"/>
            <a:r>
              <a:rPr lang="en-US"/>
              <a:t>Text Here</a:t>
            </a:r>
          </a:p>
        </p:txBody>
      </p:sp>
      <p:sp>
        <p:nvSpPr>
          <p:cNvPr id="57" name="Text Placeholder 42">
            <a:extLst>
              <a:ext uri="{FF2B5EF4-FFF2-40B4-BE49-F238E27FC236}">
                <a16:creationId xmlns:a16="http://schemas.microsoft.com/office/drawing/2014/main" id="{8F736728-84F6-35DF-CF25-21A83930A91C}"/>
              </a:ext>
            </a:extLst>
          </p:cNvPr>
          <p:cNvSpPr>
            <a:spLocks noGrp="1"/>
          </p:cNvSpPr>
          <p:nvPr>
            <p:ph type="body" sz="quarter" idx="24" hasCustomPrompt="1"/>
          </p:nvPr>
        </p:nvSpPr>
        <p:spPr>
          <a:xfrm>
            <a:off x="5018688" y="2096365"/>
            <a:ext cx="2088044" cy="318784"/>
          </a:xfrm>
          <a:solidFill>
            <a:schemeClr val="accent3"/>
          </a:solidFill>
          <a:ln>
            <a:solidFill>
              <a:schemeClr val="accent3"/>
            </a:solidFill>
          </a:ln>
        </p:spPr>
        <p:txBody>
          <a:bodyPr>
            <a:normAutofit/>
          </a:bodyPr>
          <a:lstStyle>
            <a:lvl1pPr marL="0" indent="0" algn="ctr">
              <a:buFontTx/>
              <a:buNone/>
              <a:defRPr sz="1400" b="1">
                <a:solidFill>
                  <a:schemeClr val="bg1"/>
                </a:solidFill>
              </a:defRPr>
            </a:lvl1pPr>
          </a:lstStyle>
          <a:p>
            <a:pPr lvl="0"/>
            <a:r>
              <a:rPr lang="en-US"/>
              <a:t>Text Here</a:t>
            </a:r>
          </a:p>
        </p:txBody>
      </p:sp>
      <p:sp>
        <p:nvSpPr>
          <p:cNvPr id="58" name="Text Placeholder 42">
            <a:extLst>
              <a:ext uri="{FF2B5EF4-FFF2-40B4-BE49-F238E27FC236}">
                <a16:creationId xmlns:a16="http://schemas.microsoft.com/office/drawing/2014/main" id="{4F991250-6CEB-3A03-961D-8D593AA36343}"/>
              </a:ext>
            </a:extLst>
          </p:cNvPr>
          <p:cNvSpPr>
            <a:spLocks noGrp="1"/>
          </p:cNvSpPr>
          <p:nvPr>
            <p:ph type="body" sz="quarter" idx="25" hasCustomPrompt="1"/>
          </p:nvPr>
        </p:nvSpPr>
        <p:spPr>
          <a:xfrm>
            <a:off x="7260946" y="2098790"/>
            <a:ext cx="2088044" cy="318784"/>
          </a:xfrm>
          <a:solidFill>
            <a:schemeClr val="accent3"/>
          </a:solidFill>
          <a:ln>
            <a:solidFill>
              <a:schemeClr val="accent3"/>
            </a:solidFill>
          </a:ln>
        </p:spPr>
        <p:txBody>
          <a:bodyPr>
            <a:normAutofit/>
          </a:bodyPr>
          <a:lstStyle>
            <a:lvl1pPr marL="0" indent="0" algn="ctr">
              <a:buFontTx/>
              <a:buNone/>
              <a:defRPr sz="1400" b="1">
                <a:solidFill>
                  <a:schemeClr val="bg1"/>
                </a:solidFill>
              </a:defRPr>
            </a:lvl1pPr>
          </a:lstStyle>
          <a:p>
            <a:pPr lvl="0"/>
            <a:r>
              <a:rPr lang="en-US"/>
              <a:t>Text Here</a:t>
            </a:r>
          </a:p>
        </p:txBody>
      </p:sp>
      <p:sp>
        <p:nvSpPr>
          <p:cNvPr id="59" name="Text Placeholder 42">
            <a:extLst>
              <a:ext uri="{FF2B5EF4-FFF2-40B4-BE49-F238E27FC236}">
                <a16:creationId xmlns:a16="http://schemas.microsoft.com/office/drawing/2014/main" id="{CA8232D9-3451-23A1-EA9B-303A93D8E24B}"/>
              </a:ext>
            </a:extLst>
          </p:cNvPr>
          <p:cNvSpPr>
            <a:spLocks noGrp="1"/>
          </p:cNvSpPr>
          <p:nvPr>
            <p:ph type="body" sz="quarter" idx="26" hasCustomPrompt="1"/>
          </p:nvPr>
        </p:nvSpPr>
        <p:spPr>
          <a:xfrm>
            <a:off x="9506673" y="2100474"/>
            <a:ext cx="2088044" cy="318784"/>
          </a:xfrm>
          <a:solidFill>
            <a:schemeClr val="accent3"/>
          </a:solidFill>
          <a:ln>
            <a:solidFill>
              <a:schemeClr val="accent3"/>
            </a:solidFill>
          </a:ln>
        </p:spPr>
        <p:txBody>
          <a:bodyPr>
            <a:normAutofit/>
          </a:bodyPr>
          <a:lstStyle>
            <a:lvl1pPr marL="0" indent="0" algn="ctr">
              <a:buFontTx/>
              <a:buNone/>
              <a:defRPr sz="1400" b="1">
                <a:solidFill>
                  <a:schemeClr val="bg1"/>
                </a:solidFill>
              </a:defRPr>
            </a:lvl1pPr>
          </a:lstStyle>
          <a:p>
            <a:pPr lvl="0"/>
            <a:r>
              <a:rPr lang="en-US"/>
              <a:t>Text Here</a:t>
            </a:r>
          </a:p>
        </p:txBody>
      </p:sp>
    </p:spTree>
    <p:extLst>
      <p:ext uri="{BB962C8B-B14F-4D97-AF65-F5344CB8AC3E}">
        <p14:creationId xmlns:p14="http://schemas.microsoft.com/office/powerpoint/2010/main" val="41268252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Blank_Slide_Header_B">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05884F3-B4CA-0049-F7D0-39F19C5729AB}"/>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583363 h 6858000"/>
              <a:gd name="connsiteX5" fmla="*/ 2279650 w 12192000"/>
              <a:gd name="connsiteY5" fmla="*/ 6583363 h 6858000"/>
              <a:gd name="connsiteX6" fmla="*/ 2279650 w 12192000"/>
              <a:gd name="connsiteY6" fmla="*/ 6227763 h 6858000"/>
              <a:gd name="connsiteX7" fmla="*/ 0 w 12192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6583363"/>
                </a:lnTo>
                <a:lnTo>
                  <a:pt x="2279650" y="6583363"/>
                </a:lnTo>
                <a:lnTo>
                  <a:pt x="2279650" y="6227763"/>
                </a:lnTo>
                <a:lnTo>
                  <a:pt x="0" y="6227763"/>
                </a:lnTo>
                <a:close/>
              </a:path>
            </a:pathLst>
          </a:custGeom>
          <a:solidFill>
            <a:srgbClr val="0E244C"/>
          </a:solidFill>
        </p:spPr>
        <p:txBody>
          <a:bodyPr wrap="square" lIns="0" tIns="0" rIns="0" bIns="0" anchor="ctr">
            <a:noAutofit/>
          </a:bodyPr>
          <a:lstStyle/>
          <a:p>
            <a:pPr algn="ctr" eaLnBrk="1" fontAlgn="auto" hangingPunct="1">
              <a:spcBef>
                <a:spcPts val="0"/>
              </a:spcBef>
              <a:spcAft>
                <a:spcPts val="0"/>
              </a:spcAft>
              <a:defRPr/>
            </a:pPr>
            <a:endParaRPr lang="en-US" sz="703">
              <a:latin typeface="Microsoft Sans Serif" panose="020B0604020202020204" pitchFamily="34" charset="0"/>
              <a:cs typeface="Microsoft Sans Serif" panose="020B0604020202020204" pitchFamily="34" charset="0"/>
            </a:endParaRPr>
          </a:p>
        </p:txBody>
      </p:sp>
      <p:sp>
        <p:nvSpPr>
          <p:cNvPr id="3" name="Rectangle 2">
            <a:extLst>
              <a:ext uri="{FF2B5EF4-FFF2-40B4-BE49-F238E27FC236}">
                <a16:creationId xmlns:a16="http://schemas.microsoft.com/office/drawing/2014/main" id="{9CC0BE42-1BEA-8F16-87DD-0DDCC132F97A}"/>
              </a:ext>
            </a:extLst>
          </p:cNvPr>
          <p:cNvSpPr/>
          <p:nvPr/>
        </p:nvSpPr>
        <p:spPr>
          <a:xfrm>
            <a:off x="0" y="317500"/>
            <a:ext cx="5659438" cy="685800"/>
          </a:xfrm>
          <a:prstGeom prst="rect">
            <a:avLst/>
          </a:prstGeom>
          <a:solidFill>
            <a:schemeClr val="accent5"/>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D1089A73-984D-0ABB-289B-F973970BC9EE}"/>
              </a:ext>
            </a:extLst>
          </p:cNvPr>
          <p:cNvSpPr/>
          <p:nvPr/>
        </p:nvSpPr>
        <p:spPr>
          <a:xfrm>
            <a:off x="0" y="317500"/>
            <a:ext cx="5561013"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grpSp>
        <p:nvGrpSpPr>
          <p:cNvPr id="5" name="Group 4">
            <a:extLst>
              <a:ext uri="{FF2B5EF4-FFF2-40B4-BE49-F238E27FC236}">
                <a16:creationId xmlns:a16="http://schemas.microsoft.com/office/drawing/2014/main" id="{EA311B07-1717-1658-49E6-B9824F8847CD}"/>
              </a:ext>
            </a:extLst>
          </p:cNvPr>
          <p:cNvGrpSpPr/>
          <p:nvPr/>
        </p:nvGrpSpPr>
        <p:grpSpPr>
          <a:xfrm>
            <a:off x="10806077" y="6155266"/>
            <a:ext cx="954282" cy="503187"/>
            <a:chOff x="6436339" y="3741541"/>
            <a:chExt cx="5026017" cy="2757483"/>
          </a:xfrm>
          <a:solidFill>
            <a:schemeClr val="bg1"/>
          </a:solidFill>
        </p:grpSpPr>
        <p:sp>
          <p:nvSpPr>
            <p:cNvPr id="6" name="Freeform 2">
              <a:extLst>
                <a:ext uri="{FF2B5EF4-FFF2-40B4-BE49-F238E27FC236}">
                  <a16:creationId xmlns:a16="http://schemas.microsoft.com/office/drawing/2014/main" id="{6397B3F7-6C32-72C7-E065-A9CE21DCEC39}"/>
                </a:ext>
              </a:extLst>
            </p:cNvPr>
            <p:cNvSpPr>
              <a:spLocks noChangeArrowheads="1"/>
            </p:cNvSpPr>
            <p:nvPr/>
          </p:nvSpPr>
          <p:spPr bwMode="auto">
            <a:xfrm>
              <a:off x="6436339" y="3762176"/>
              <a:ext cx="1395415" cy="2006597"/>
            </a:xfrm>
            <a:custGeom>
              <a:avLst/>
              <a:gdLst>
                <a:gd name="T0" fmla="*/ 3874 w 3875"/>
                <a:gd name="T1" fmla="*/ 5571 h 5572"/>
                <a:gd name="T2" fmla="*/ 3079 w 3875"/>
                <a:gd name="T3" fmla="*/ 5571 h 5572"/>
                <a:gd name="T4" fmla="*/ 3079 w 3875"/>
                <a:gd name="T5" fmla="*/ 1872 h 5572"/>
                <a:gd name="T6" fmla="*/ 2958 w 3875"/>
                <a:gd name="T7" fmla="*/ 1071 h 5572"/>
                <a:gd name="T8" fmla="*/ 2341 w 3875"/>
                <a:gd name="T9" fmla="*/ 731 h 5572"/>
                <a:gd name="T10" fmla="*/ 1583 w 3875"/>
                <a:gd name="T11" fmla="*/ 985 h 5572"/>
                <a:gd name="T12" fmla="*/ 1546 w 3875"/>
                <a:gd name="T13" fmla="*/ 1006 h 5572"/>
                <a:gd name="T14" fmla="*/ 946 w 3875"/>
                <a:gd name="T15" fmla="*/ 1499 h 5572"/>
                <a:gd name="T16" fmla="*/ 946 w 3875"/>
                <a:gd name="T17" fmla="*/ 5571 h 5572"/>
                <a:gd name="T18" fmla="*/ 191 w 3875"/>
                <a:gd name="T19" fmla="*/ 5571 h 5572"/>
                <a:gd name="T20" fmla="*/ 191 w 3875"/>
                <a:gd name="T21" fmla="*/ 1518 h 5572"/>
                <a:gd name="T22" fmla="*/ 0 w 3875"/>
                <a:gd name="T23" fmla="*/ 228 h 5572"/>
                <a:gd name="T24" fmla="*/ 765 w 3875"/>
                <a:gd name="T25" fmla="*/ 0 h 5572"/>
                <a:gd name="T26" fmla="*/ 946 w 3875"/>
                <a:gd name="T27" fmla="*/ 853 h 5572"/>
                <a:gd name="T28" fmla="*/ 2526 w 3875"/>
                <a:gd name="T29" fmla="*/ 0 h 5572"/>
                <a:gd name="T30" fmla="*/ 2528 w 3875"/>
                <a:gd name="T31" fmla="*/ 0 h 5572"/>
                <a:gd name="T32" fmla="*/ 3208 w 3875"/>
                <a:gd name="T33" fmla="*/ 182 h 5572"/>
                <a:gd name="T34" fmla="*/ 3260 w 3875"/>
                <a:gd name="T35" fmla="*/ 214 h 5572"/>
                <a:gd name="T36" fmla="*/ 3678 w 3875"/>
                <a:gd name="T37" fmla="*/ 642 h 5572"/>
                <a:gd name="T38" fmla="*/ 3753 w 3875"/>
                <a:gd name="T39" fmla="*/ 798 h 5572"/>
                <a:gd name="T40" fmla="*/ 3874 w 3875"/>
                <a:gd name="T41" fmla="*/ 1420 h 5572"/>
                <a:gd name="T42" fmla="*/ 3874 w 3875"/>
                <a:gd name="T43" fmla="*/ 1433 h 5572"/>
                <a:gd name="T44" fmla="*/ 3874 w 3875"/>
                <a:gd name="T45" fmla="*/ 5571 h 5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75" h="5572">
                  <a:moveTo>
                    <a:pt x="3874" y="5571"/>
                  </a:moveTo>
                  <a:lnTo>
                    <a:pt x="3079" y="5571"/>
                  </a:lnTo>
                  <a:lnTo>
                    <a:pt x="3079" y="1872"/>
                  </a:lnTo>
                  <a:cubicBezTo>
                    <a:pt x="3079" y="1499"/>
                    <a:pt x="3039" y="1232"/>
                    <a:pt x="2958" y="1071"/>
                  </a:cubicBezTo>
                  <a:cubicBezTo>
                    <a:pt x="2850" y="844"/>
                    <a:pt x="2645" y="731"/>
                    <a:pt x="2341" y="731"/>
                  </a:cubicBezTo>
                  <a:cubicBezTo>
                    <a:pt x="2119" y="731"/>
                    <a:pt x="1866" y="816"/>
                    <a:pt x="1583" y="985"/>
                  </a:cubicBezTo>
                  <a:cubicBezTo>
                    <a:pt x="1570" y="992"/>
                    <a:pt x="1559" y="998"/>
                    <a:pt x="1546" y="1006"/>
                  </a:cubicBezTo>
                  <a:cubicBezTo>
                    <a:pt x="1308" y="1143"/>
                    <a:pt x="1126" y="1293"/>
                    <a:pt x="946" y="1499"/>
                  </a:cubicBezTo>
                  <a:lnTo>
                    <a:pt x="946" y="5571"/>
                  </a:lnTo>
                  <a:lnTo>
                    <a:pt x="191" y="5571"/>
                  </a:lnTo>
                  <a:lnTo>
                    <a:pt x="191" y="1518"/>
                  </a:lnTo>
                  <a:cubicBezTo>
                    <a:pt x="191" y="964"/>
                    <a:pt x="128" y="534"/>
                    <a:pt x="0" y="228"/>
                  </a:cubicBezTo>
                  <a:lnTo>
                    <a:pt x="765" y="0"/>
                  </a:lnTo>
                  <a:cubicBezTo>
                    <a:pt x="888" y="283"/>
                    <a:pt x="944" y="544"/>
                    <a:pt x="946" y="853"/>
                  </a:cubicBezTo>
                  <a:cubicBezTo>
                    <a:pt x="1462" y="284"/>
                    <a:pt x="1989" y="0"/>
                    <a:pt x="2526" y="0"/>
                  </a:cubicBezTo>
                  <a:cubicBezTo>
                    <a:pt x="2526" y="0"/>
                    <a:pt x="2527" y="0"/>
                    <a:pt x="2528" y="0"/>
                  </a:cubicBezTo>
                  <a:cubicBezTo>
                    <a:pt x="2778" y="0"/>
                    <a:pt x="2991" y="57"/>
                    <a:pt x="3208" y="182"/>
                  </a:cubicBezTo>
                  <a:cubicBezTo>
                    <a:pt x="3226" y="193"/>
                    <a:pt x="3242" y="202"/>
                    <a:pt x="3260" y="214"/>
                  </a:cubicBezTo>
                  <a:cubicBezTo>
                    <a:pt x="3441" y="324"/>
                    <a:pt x="3571" y="458"/>
                    <a:pt x="3678" y="642"/>
                  </a:cubicBezTo>
                  <a:cubicBezTo>
                    <a:pt x="3708" y="695"/>
                    <a:pt x="3731" y="741"/>
                    <a:pt x="3753" y="798"/>
                  </a:cubicBezTo>
                  <a:cubicBezTo>
                    <a:pt x="3837" y="1006"/>
                    <a:pt x="3874" y="1196"/>
                    <a:pt x="3874" y="1420"/>
                  </a:cubicBezTo>
                  <a:cubicBezTo>
                    <a:pt x="3874" y="1424"/>
                    <a:pt x="3874" y="1428"/>
                    <a:pt x="3874" y="1433"/>
                  </a:cubicBezTo>
                  <a:lnTo>
                    <a:pt x="3874" y="5571"/>
                  </a:lnTo>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7" name="Freeform 3">
              <a:extLst>
                <a:ext uri="{FF2B5EF4-FFF2-40B4-BE49-F238E27FC236}">
                  <a16:creationId xmlns:a16="http://schemas.microsoft.com/office/drawing/2014/main" id="{1466165A-B83F-5CBD-D4C3-3FA4D16BAB2C}"/>
                </a:ext>
              </a:extLst>
            </p:cNvPr>
            <p:cNvSpPr>
              <a:spLocks noChangeArrowheads="1"/>
            </p:cNvSpPr>
            <p:nvPr/>
          </p:nvSpPr>
          <p:spPr bwMode="auto">
            <a:xfrm>
              <a:off x="7958753" y="3759002"/>
              <a:ext cx="1492252" cy="2084384"/>
            </a:xfrm>
            <a:custGeom>
              <a:avLst/>
              <a:gdLst>
                <a:gd name="T0" fmla="*/ 4146 w 4147"/>
                <a:gd name="T1" fmla="*/ 5178 h 5791"/>
                <a:gd name="T2" fmla="*/ 3743 w 4147"/>
                <a:gd name="T3" fmla="*/ 5790 h 5791"/>
                <a:gd name="T4" fmla="*/ 3059 w 4147"/>
                <a:gd name="T5" fmla="*/ 4993 h 5791"/>
                <a:gd name="T6" fmla="*/ 1611 w 4147"/>
                <a:gd name="T7" fmla="*/ 5726 h 5791"/>
                <a:gd name="T8" fmla="*/ 463 w 4147"/>
                <a:gd name="T9" fmla="*/ 5345 h 5791"/>
                <a:gd name="T10" fmla="*/ 0 w 4147"/>
                <a:gd name="T11" fmla="*/ 4178 h 5791"/>
                <a:gd name="T12" fmla="*/ 886 w 4147"/>
                <a:gd name="T13" fmla="*/ 2621 h 5791"/>
                <a:gd name="T14" fmla="*/ 2657 w 4147"/>
                <a:gd name="T15" fmla="*/ 2229 h 5791"/>
                <a:gd name="T16" fmla="*/ 3009 w 4147"/>
                <a:gd name="T17" fmla="*/ 2229 h 5791"/>
                <a:gd name="T18" fmla="*/ 3009 w 4147"/>
                <a:gd name="T19" fmla="*/ 1846 h 5791"/>
                <a:gd name="T20" fmla="*/ 2848 w 4147"/>
                <a:gd name="T21" fmla="*/ 994 h 5791"/>
                <a:gd name="T22" fmla="*/ 2173 w 4147"/>
                <a:gd name="T23" fmla="*/ 699 h 5791"/>
                <a:gd name="T24" fmla="*/ 573 w 4147"/>
                <a:gd name="T25" fmla="*/ 1344 h 5791"/>
                <a:gd name="T26" fmla="*/ 182 w 4147"/>
                <a:gd name="T27" fmla="*/ 732 h 5791"/>
                <a:gd name="T28" fmla="*/ 2285 w 4147"/>
                <a:gd name="T29" fmla="*/ 0 h 5791"/>
                <a:gd name="T30" fmla="*/ 3673 w 4147"/>
                <a:gd name="T31" fmla="*/ 852 h 5791"/>
                <a:gd name="T32" fmla="*/ 3784 w 4147"/>
                <a:gd name="T33" fmla="*/ 1781 h 5791"/>
                <a:gd name="T34" fmla="*/ 3784 w 4147"/>
                <a:gd name="T35" fmla="*/ 2054 h 5791"/>
                <a:gd name="T36" fmla="*/ 3743 w 4147"/>
                <a:gd name="T37" fmla="*/ 3845 h 5791"/>
                <a:gd name="T38" fmla="*/ 3733 w 4147"/>
                <a:gd name="T39" fmla="*/ 4058 h 5791"/>
                <a:gd name="T40" fmla="*/ 3733 w 4147"/>
                <a:gd name="T41" fmla="*/ 4097 h 5791"/>
                <a:gd name="T42" fmla="*/ 3784 w 4147"/>
                <a:gd name="T43" fmla="*/ 4730 h 5791"/>
                <a:gd name="T44" fmla="*/ 3855 w 4147"/>
                <a:gd name="T45" fmla="*/ 4902 h 5791"/>
                <a:gd name="T46" fmla="*/ 4113 w 4147"/>
                <a:gd name="T47" fmla="*/ 5161 h 5791"/>
                <a:gd name="T48" fmla="*/ 4146 w 4147"/>
                <a:gd name="T49" fmla="*/ 5178 h 5791"/>
                <a:gd name="T50" fmla="*/ 3009 w 4147"/>
                <a:gd name="T51" fmla="*/ 2819 h 5791"/>
                <a:gd name="T52" fmla="*/ 2615 w 4147"/>
                <a:gd name="T53" fmla="*/ 2797 h 5791"/>
                <a:gd name="T54" fmla="*/ 875 w 4147"/>
                <a:gd name="T55" fmla="*/ 4097 h 5791"/>
                <a:gd name="T56" fmla="*/ 1741 w 4147"/>
                <a:gd name="T57" fmla="*/ 5090 h 5791"/>
                <a:gd name="T58" fmla="*/ 2958 w 4147"/>
                <a:gd name="T59" fmla="*/ 4238 h 5791"/>
                <a:gd name="T60" fmla="*/ 3009 w 4147"/>
                <a:gd name="T61" fmla="*/ 2819 h 5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47" h="5791">
                  <a:moveTo>
                    <a:pt x="4146" y="5178"/>
                  </a:moveTo>
                  <a:lnTo>
                    <a:pt x="3743" y="5790"/>
                  </a:lnTo>
                  <a:cubicBezTo>
                    <a:pt x="3381" y="5666"/>
                    <a:pt x="3153" y="5400"/>
                    <a:pt x="3059" y="4993"/>
                  </a:cubicBezTo>
                  <a:cubicBezTo>
                    <a:pt x="2610" y="5482"/>
                    <a:pt x="2127" y="5726"/>
                    <a:pt x="1611" y="5726"/>
                  </a:cubicBezTo>
                  <a:cubicBezTo>
                    <a:pt x="1128" y="5726"/>
                    <a:pt x="745" y="5599"/>
                    <a:pt x="463" y="5345"/>
                  </a:cubicBezTo>
                  <a:cubicBezTo>
                    <a:pt x="155" y="5075"/>
                    <a:pt x="0" y="4686"/>
                    <a:pt x="0" y="4178"/>
                  </a:cubicBezTo>
                  <a:cubicBezTo>
                    <a:pt x="0" y="3475"/>
                    <a:pt x="296" y="2955"/>
                    <a:pt x="886" y="2621"/>
                  </a:cubicBezTo>
                  <a:cubicBezTo>
                    <a:pt x="1349" y="2360"/>
                    <a:pt x="1940" y="2229"/>
                    <a:pt x="2657" y="2229"/>
                  </a:cubicBezTo>
                  <a:lnTo>
                    <a:pt x="3009" y="2229"/>
                  </a:lnTo>
                  <a:lnTo>
                    <a:pt x="3009" y="1846"/>
                  </a:lnTo>
                  <a:cubicBezTo>
                    <a:pt x="3009" y="1409"/>
                    <a:pt x="2955" y="1125"/>
                    <a:pt x="2848" y="994"/>
                  </a:cubicBezTo>
                  <a:cubicBezTo>
                    <a:pt x="2687" y="797"/>
                    <a:pt x="2462" y="699"/>
                    <a:pt x="2173" y="699"/>
                  </a:cubicBezTo>
                  <a:cubicBezTo>
                    <a:pt x="1603" y="699"/>
                    <a:pt x="1070" y="914"/>
                    <a:pt x="573" y="1344"/>
                  </a:cubicBezTo>
                  <a:lnTo>
                    <a:pt x="182" y="732"/>
                  </a:lnTo>
                  <a:cubicBezTo>
                    <a:pt x="859" y="244"/>
                    <a:pt x="1560" y="0"/>
                    <a:pt x="2285" y="0"/>
                  </a:cubicBezTo>
                  <a:cubicBezTo>
                    <a:pt x="2995" y="0"/>
                    <a:pt x="3458" y="284"/>
                    <a:pt x="3673" y="852"/>
                  </a:cubicBezTo>
                  <a:cubicBezTo>
                    <a:pt x="3747" y="1049"/>
                    <a:pt x="3784" y="1358"/>
                    <a:pt x="3784" y="1781"/>
                  </a:cubicBezTo>
                  <a:lnTo>
                    <a:pt x="3784" y="2054"/>
                  </a:lnTo>
                  <a:lnTo>
                    <a:pt x="3743" y="3845"/>
                  </a:lnTo>
                  <a:cubicBezTo>
                    <a:pt x="3736" y="3920"/>
                    <a:pt x="3733" y="3983"/>
                    <a:pt x="3733" y="4058"/>
                  </a:cubicBezTo>
                  <a:cubicBezTo>
                    <a:pt x="3733" y="4072"/>
                    <a:pt x="3733" y="4083"/>
                    <a:pt x="3733" y="4097"/>
                  </a:cubicBezTo>
                  <a:cubicBezTo>
                    <a:pt x="3733" y="4403"/>
                    <a:pt x="3750" y="4614"/>
                    <a:pt x="3784" y="4730"/>
                  </a:cubicBezTo>
                  <a:cubicBezTo>
                    <a:pt x="3800" y="4794"/>
                    <a:pt x="3823" y="4846"/>
                    <a:pt x="3855" y="4902"/>
                  </a:cubicBezTo>
                  <a:cubicBezTo>
                    <a:pt x="3920" y="5015"/>
                    <a:pt x="4000" y="5096"/>
                    <a:pt x="4113" y="5161"/>
                  </a:cubicBezTo>
                  <a:cubicBezTo>
                    <a:pt x="4124" y="5167"/>
                    <a:pt x="4134" y="5173"/>
                    <a:pt x="4146" y="5178"/>
                  </a:cubicBezTo>
                  <a:close/>
                  <a:moveTo>
                    <a:pt x="3009" y="2819"/>
                  </a:moveTo>
                  <a:cubicBezTo>
                    <a:pt x="2778" y="2804"/>
                    <a:pt x="2648" y="2797"/>
                    <a:pt x="2615" y="2797"/>
                  </a:cubicBezTo>
                  <a:cubicBezTo>
                    <a:pt x="1455" y="2797"/>
                    <a:pt x="875" y="3231"/>
                    <a:pt x="875" y="4097"/>
                  </a:cubicBezTo>
                  <a:cubicBezTo>
                    <a:pt x="875" y="4759"/>
                    <a:pt x="1164" y="5090"/>
                    <a:pt x="1741" y="5090"/>
                  </a:cubicBezTo>
                  <a:cubicBezTo>
                    <a:pt x="2298" y="5090"/>
                    <a:pt x="2704" y="4806"/>
                    <a:pt x="2958" y="4238"/>
                  </a:cubicBezTo>
                  <a:lnTo>
                    <a:pt x="3009" y="2819"/>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8" name="Freeform 4">
              <a:extLst>
                <a:ext uri="{FF2B5EF4-FFF2-40B4-BE49-F238E27FC236}">
                  <a16:creationId xmlns:a16="http://schemas.microsoft.com/office/drawing/2014/main" id="{06AF74D8-2F50-B383-7612-6146D7C68454}"/>
                </a:ext>
              </a:extLst>
            </p:cNvPr>
            <p:cNvSpPr>
              <a:spLocks noChangeArrowheads="1"/>
            </p:cNvSpPr>
            <p:nvPr/>
          </p:nvSpPr>
          <p:spPr bwMode="auto">
            <a:xfrm>
              <a:off x="9436715" y="3773288"/>
              <a:ext cx="1681164" cy="2725736"/>
            </a:xfrm>
            <a:custGeom>
              <a:avLst/>
              <a:gdLst>
                <a:gd name="T0" fmla="*/ 2065 w 4671"/>
                <a:gd name="T1" fmla="*/ 7572 h 7573"/>
                <a:gd name="T2" fmla="*/ 0 w 4671"/>
                <a:gd name="T3" fmla="*/ 6185 h 7573"/>
                <a:gd name="T4" fmla="*/ 101 w 4671"/>
                <a:gd name="T5" fmla="*/ 5606 h 7573"/>
                <a:gd name="T6" fmla="*/ 926 w 4671"/>
                <a:gd name="T7" fmla="*/ 5530 h 7573"/>
                <a:gd name="T8" fmla="*/ 886 w 4671"/>
                <a:gd name="T9" fmla="*/ 5617 h 7573"/>
                <a:gd name="T10" fmla="*/ 785 w 4671"/>
                <a:gd name="T11" fmla="*/ 6021 h 7573"/>
                <a:gd name="T12" fmla="*/ 2093 w 4671"/>
                <a:gd name="T13" fmla="*/ 6906 h 7573"/>
                <a:gd name="T14" fmla="*/ 3311 w 4671"/>
                <a:gd name="T15" fmla="*/ 5956 h 7573"/>
                <a:gd name="T16" fmla="*/ 2909 w 4671"/>
                <a:gd name="T17" fmla="*/ 5224 h 7573"/>
                <a:gd name="T18" fmla="*/ 2053 w 4671"/>
                <a:gd name="T19" fmla="*/ 5093 h 7573"/>
                <a:gd name="T20" fmla="*/ 1278 w 4671"/>
                <a:gd name="T21" fmla="*/ 5093 h 7573"/>
                <a:gd name="T22" fmla="*/ 332 w 4671"/>
                <a:gd name="T23" fmla="*/ 4311 h 7573"/>
                <a:gd name="T24" fmla="*/ 1178 w 4671"/>
                <a:gd name="T25" fmla="*/ 3410 h 7573"/>
                <a:gd name="T26" fmla="*/ 1239 w 4671"/>
                <a:gd name="T27" fmla="*/ 3389 h 7573"/>
                <a:gd name="T28" fmla="*/ 945 w 4671"/>
                <a:gd name="T29" fmla="*/ 3255 h 7573"/>
                <a:gd name="T30" fmla="*/ 427 w 4671"/>
                <a:gd name="T31" fmla="*/ 2791 h 7573"/>
                <a:gd name="T32" fmla="*/ 320 w 4671"/>
                <a:gd name="T33" fmla="*/ 2630 h 7573"/>
                <a:gd name="T34" fmla="*/ 110 w 4671"/>
                <a:gd name="T35" fmla="*/ 1845 h 7573"/>
                <a:gd name="T36" fmla="*/ 110 w 4671"/>
                <a:gd name="T37" fmla="*/ 1824 h 7573"/>
                <a:gd name="T38" fmla="*/ 654 w 4671"/>
                <a:gd name="T39" fmla="*/ 478 h 7573"/>
                <a:gd name="T40" fmla="*/ 1962 w 4671"/>
                <a:gd name="T41" fmla="*/ 0 h 7573"/>
                <a:gd name="T42" fmla="*/ 1975 w 4671"/>
                <a:gd name="T43" fmla="*/ 0 h 7573"/>
                <a:gd name="T44" fmla="*/ 2686 w 4671"/>
                <a:gd name="T45" fmla="*/ 116 h 7573"/>
                <a:gd name="T46" fmla="*/ 3029 w 4671"/>
                <a:gd name="T47" fmla="*/ 232 h 7573"/>
                <a:gd name="T48" fmla="*/ 3459 w 4671"/>
                <a:gd name="T49" fmla="*/ 296 h 7573"/>
                <a:gd name="T50" fmla="*/ 3491 w 4671"/>
                <a:gd name="T51" fmla="*/ 296 h 7573"/>
                <a:gd name="T52" fmla="*/ 4186 w 4671"/>
                <a:gd name="T53" fmla="*/ 55 h 7573"/>
                <a:gd name="T54" fmla="*/ 4670 w 4671"/>
                <a:gd name="T55" fmla="*/ 580 h 7573"/>
                <a:gd name="T56" fmla="*/ 3823 w 4671"/>
                <a:gd name="T57" fmla="*/ 907 h 7573"/>
                <a:gd name="T58" fmla="*/ 3817 w 4671"/>
                <a:gd name="T59" fmla="*/ 907 h 7573"/>
                <a:gd name="T60" fmla="*/ 3481 w 4671"/>
                <a:gd name="T61" fmla="*/ 842 h 7573"/>
                <a:gd name="T62" fmla="*/ 3580 w 4671"/>
                <a:gd name="T63" fmla="*/ 993 h 7573"/>
                <a:gd name="T64" fmla="*/ 3783 w 4671"/>
                <a:gd name="T65" fmla="*/ 1748 h 7573"/>
                <a:gd name="T66" fmla="*/ 3783 w 4671"/>
                <a:gd name="T67" fmla="*/ 1771 h 7573"/>
                <a:gd name="T68" fmla="*/ 3338 w 4671"/>
                <a:gd name="T69" fmla="*/ 3017 h 7573"/>
                <a:gd name="T70" fmla="*/ 2207 w 4671"/>
                <a:gd name="T71" fmla="*/ 3508 h 7573"/>
                <a:gd name="T72" fmla="*/ 2096 w 4671"/>
                <a:gd name="T73" fmla="*/ 3508 h 7573"/>
                <a:gd name="T74" fmla="*/ 1985 w 4671"/>
                <a:gd name="T75" fmla="*/ 3553 h 7573"/>
                <a:gd name="T76" fmla="*/ 1187 w 4671"/>
                <a:gd name="T77" fmla="*/ 4142 h 7573"/>
                <a:gd name="T78" fmla="*/ 1591 w 4671"/>
                <a:gd name="T79" fmla="*/ 4404 h 7573"/>
                <a:gd name="T80" fmla="*/ 2399 w 4671"/>
                <a:gd name="T81" fmla="*/ 4404 h 7573"/>
                <a:gd name="T82" fmla="*/ 3610 w 4671"/>
                <a:gd name="T83" fmla="*/ 4710 h 7573"/>
                <a:gd name="T84" fmla="*/ 4166 w 4671"/>
                <a:gd name="T85" fmla="*/ 5858 h 7573"/>
                <a:gd name="T86" fmla="*/ 2264 w 4671"/>
                <a:gd name="T87" fmla="*/ 7572 h 7573"/>
                <a:gd name="T88" fmla="*/ 2065 w 4671"/>
                <a:gd name="T89" fmla="*/ 7572 h 7573"/>
                <a:gd name="T90" fmla="*/ 2868 w 4671"/>
                <a:gd name="T91" fmla="*/ 1793 h 7573"/>
                <a:gd name="T92" fmla="*/ 1942 w 4671"/>
                <a:gd name="T93" fmla="*/ 733 h 7573"/>
                <a:gd name="T94" fmla="*/ 997 w 4671"/>
                <a:gd name="T95" fmla="*/ 1826 h 7573"/>
                <a:gd name="T96" fmla="*/ 1963 w 4671"/>
                <a:gd name="T97" fmla="*/ 2875 h 7573"/>
                <a:gd name="T98" fmla="*/ 2867 w 4671"/>
                <a:gd name="T99" fmla="*/ 1793 h 7573"/>
                <a:gd name="T100" fmla="*/ 2868 w 4671"/>
                <a:gd name="T101" fmla="*/ 1793 h 7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71" h="7573">
                  <a:moveTo>
                    <a:pt x="2065" y="7572"/>
                  </a:moveTo>
                  <a:cubicBezTo>
                    <a:pt x="689" y="7549"/>
                    <a:pt x="0" y="7088"/>
                    <a:pt x="0" y="6185"/>
                  </a:cubicBezTo>
                  <a:cubicBezTo>
                    <a:pt x="4" y="5978"/>
                    <a:pt x="35" y="5803"/>
                    <a:pt x="101" y="5606"/>
                  </a:cubicBezTo>
                  <a:lnTo>
                    <a:pt x="926" y="5530"/>
                  </a:lnTo>
                  <a:lnTo>
                    <a:pt x="886" y="5617"/>
                  </a:lnTo>
                  <a:cubicBezTo>
                    <a:pt x="820" y="5749"/>
                    <a:pt x="789" y="5874"/>
                    <a:pt x="785" y="6021"/>
                  </a:cubicBezTo>
                  <a:cubicBezTo>
                    <a:pt x="785" y="6612"/>
                    <a:pt x="1221" y="6907"/>
                    <a:pt x="2093" y="6906"/>
                  </a:cubicBezTo>
                  <a:cubicBezTo>
                    <a:pt x="2905" y="6906"/>
                    <a:pt x="3311" y="6589"/>
                    <a:pt x="3311" y="5956"/>
                  </a:cubicBezTo>
                  <a:cubicBezTo>
                    <a:pt x="3311" y="5592"/>
                    <a:pt x="3177" y="5347"/>
                    <a:pt x="2909" y="5224"/>
                  </a:cubicBezTo>
                  <a:cubicBezTo>
                    <a:pt x="2727" y="5136"/>
                    <a:pt x="2442" y="5093"/>
                    <a:pt x="2053" y="5093"/>
                  </a:cubicBezTo>
                  <a:lnTo>
                    <a:pt x="1278" y="5093"/>
                  </a:lnTo>
                  <a:cubicBezTo>
                    <a:pt x="647" y="5093"/>
                    <a:pt x="331" y="4832"/>
                    <a:pt x="332" y="4311"/>
                  </a:cubicBezTo>
                  <a:cubicBezTo>
                    <a:pt x="332" y="3913"/>
                    <a:pt x="614" y="3613"/>
                    <a:pt x="1178" y="3410"/>
                  </a:cubicBezTo>
                  <a:lnTo>
                    <a:pt x="1239" y="3389"/>
                  </a:lnTo>
                  <a:cubicBezTo>
                    <a:pt x="1131" y="3352"/>
                    <a:pt x="1043" y="3311"/>
                    <a:pt x="945" y="3255"/>
                  </a:cubicBezTo>
                  <a:cubicBezTo>
                    <a:pt x="732" y="3131"/>
                    <a:pt x="573" y="2989"/>
                    <a:pt x="427" y="2791"/>
                  </a:cubicBezTo>
                  <a:cubicBezTo>
                    <a:pt x="386" y="2737"/>
                    <a:pt x="354" y="2689"/>
                    <a:pt x="320" y="2630"/>
                  </a:cubicBezTo>
                  <a:cubicBezTo>
                    <a:pt x="176" y="2380"/>
                    <a:pt x="110" y="2134"/>
                    <a:pt x="110" y="1845"/>
                  </a:cubicBezTo>
                  <a:lnTo>
                    <a:pt x="110" y="1824"/>
                  </a:lnTo>
                  <a:cubicBezTo>
                    <a:pt x="110" y="1260"/>
                    <a:pt x="291" y="811"/>
                    <a:pt x="654" y="478"/>
                  </a:cubicBezTo>
                  <a:cubicBezTo>
                    <a:pt x="996" y="160"/>
                    <a:pt x="1432" y="1"/>
                    <a:pt x="1962" y="0"/>
                  </a:cubicBezTo>
                  <a:lnTo>
                    <a:pt x="1975" y="0"/>
                  </a:lnTo>
                  <a:cubicBezTo>
                    <a:pt x="2229" y="0"/>
                    <a:pt x="2445" y="36"/>
                    <a:pt x="2686" y="116"/>
                  </a:cubicBezTo>
                  <a:lnTo>
                    <a:pt x="3029" y="232"/>
                  </a:lnTo>
                  <a:cubicBezTo>
                    <a:pt x="3175" y="277"/>
                    <a:pt x="3305" y="296"/>
                    <a:pt x="3459" y="296"/>
                  </a:cubicBezTo>
                  <a:lnTo>
                    <a:pt x="3491" y="296"/>
                  </a:lnTo>
                  <a:cubicBezTo>
                    <a:pt x="3733" y="296"/>
                    <a:pt x="3964" y="215"/>
                    <a:pt x="4186" y="55"/>
                  </a:cubicBezTo>
                  <a:lnTo>
                    <a:pt x="4670" y="580"/>
                  </a:lnTo>
                  <a:cubicBezTo>
                    <a:pt x="4387" y="798"/>
                    <a:pt x="4105" y="907"/>
                    <a:pt x="3823" y="907"/>
                  </a:cubicBezTo>
                  <a:lnTo>
                    <a:pt x="3817" y="907"/>
                  </a:lnTo>
                  <a:cubicBezTo>
                    <a:pt x="3696" y="907"/>
                    <a:pt x="3593" y="887"/>
                    <a:pt x="3481" y="842"/>
                  </a:cubicBezTo>
                  <a:cubicBezTo>
                    <a:pt x="3519" y="893"/>
                    <a:pt x="3549" y="938"/>
                    <a:pt x="3580" y="993"/>
                  </a:cubicBezTo>
                  <a:cubicBezTo>
                    <a:pt x="3719" y="1234"/>
                    <a:pt x="3783" y="1470"/>
                    <a:pt x="3783" y="1748"/>
                  </a:cubicBezTo>
                  <a:lnTo>
                    <a:pt x="3783" y="1771"/>
                  </a:lnTo>
                  <a:cubicBezTo>
                    <a:pt x="3783" y="2273"/>
                    <a:pt x="3634" y="2689"/>
                    <a:pt x="3338" y="3017"/>
                  </a:cubicBezTo>
                  <a:cubicBezTo>
                    <a:pt x="3042" y="3344"/>
                    <a:pt x="2665" y="3508"/>
                    <a:pt x="2207" y="3508"/>
                  </a:cubicBezTo>
                  <a:lnTo>
                    <a:pt x="2096" y="3508"/>
                  </a:lnTo>
                  <a:lnTo>
                    <a:pt x="1985" y="3553"/>
                  </a:lnTo>
                  <a:cubicBezTo>
                    <a:pt x="1453" y="3763"/>
                    <a:pt x="1187" y="3960"/>
                    <a:pt x="1187" y="4142"/>
                  </a:cubicBezTo>
                  <a:cubicBezTo>
                    <a:pt x="1187" y="4317"/>
                    <a:pt x="1322" y="4404"/>
                    <a:pt x="1591" y="4404"/>
                  </a:cubicBezTo>
                  <a:lnTo>
                    <a:pt x="2399" y="4404"/>
                  </a:lnTo>
                  <a:cubicBezTo>
                    <a:pt x="2937" y="4404"/>
                    <a:pt x="3341" y="4506"/>
                    <a:pt x="3610" y="4710"/>
                  </a:cubicBezTo>
                  <a:cubicBezTo>
                    <a:pt x="3980" y="4987"/>
                    <a:pt x="4166" y="5370"/>
                    <a:pt x="4166" y="5858"/>
                  </a:cubicBezTo>
                  <a:cubicBezTo>
                    <a:pt x="4166" y="6975"/>
                    <a:pt x="3531" y="7546"/>
                    <a:pt x="2264" y="7572"/>
                  </a:cubicBezTo>
                  <a:lnTo>
                    <a:pt x="2065" y="7572"/>
                  </a:lnTo>
                  <a:close/>
                  <a:moveTo>
                    <a:pt x="2868" y="1793"/>
                  </a:moveTo>
                  <a:cubicBezTo>
                    <a:pt x="2868" y="1086"/>
                    <a:pt x="2560" y="733"/>
                    <a:pt x="1942" y="733"/>
                  </a:cubicBezTo>
                  <a:cubicBezTo>
                    <a:pt x="1312" y="733"/>
                    <a:pt x="997" y="1097"/>
                    <a:pt x="997" y="1826"/>
                  </a:cubicBezTo>
                  <a:cubicBezTo>
                    <a:pt x="997" y="2525"/>
                    <a:pt x="1319" y="2875"/>
                    <a:pt x="1963" y="2875"/>
                  </a:cubicBezTo>
                  <a:cubicBezTo>
                    <a:pt x="2566" y="2875"/>
                    <a:pt x="2867" y="2515"/>
                    <a:pt x="2867" y="1793"/>
                  </a:cubicBezTo>
                  <a:lnTo>
                    <a:pt x="2868" y="1793"/>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9" name="Freeform 5">
              <a:extLst>
                <a:ext uri="{FF2B5EF4-FFF2-40B4-BE49-F238E27FC236}">
                  <a16:creationId xmlns:a16="http://schemas.microsoft.com/office/drawing/2014/main" id="{989EF2FB-587A-B1C4-B556-A4B69CD5BAAB}"/>
                </a:ext>
              </a:extLst>
            </p:cNvPr>
            <p:cNvSpPr>
              <a:spLocks noChangeArrowheads="1"/>
            </p:cNvSpPr>
            <p:nvPr/>
          </p:nvSpPr>
          <p:spPr bwMode="auto">
            <a:xfrm>
              <a:off x="11148031" y="3741541"/>
              <a:ext cx="314325" cy="341313"/>
            </a:xfrm>
            <a:custGeom>
              <a:avLst/>
              <a:gdLst>
                <a:gd name="T0" fmla="*/ 647 w 875"/>
                <a:gd name="T1" fmla="*/ 54 h 949"/>
                <a:gd name="T2" fmla="*/ 810 w 875"/>
                <a:gd name="T3" fmla="*/ 220 h 949"/>
                <a:gd name="T4" fmla="*/ 874 w 875"/>
                <a:gd name="T5" fmla="*/ 474 h 949"/>
                <a:gd name="T6" fmla="*/ 810 w 875"/>
                <a:gd name="T7" fmla="*/ 726 h 949"/>
                <a:gd name="T8" fmla="*/ 646 w 875"/>
                <a:gd name="T9" fmla="*/ 892 h 949"/>
                <a:gd name="T10" fmla="*/ 227 w 875"/>
                <a:gd name="T11" fmla="*/ 892 h 949"/>
                <a:gd name="T12" fmla="*/ 64 w 875"/>
                <a:gd name="T13" fmla="*/ 726 h 949"/>
                <a:gd name="T14" fmla="*/ 0 w 875"/>
                <a:gd name="T15" fmla="*/ 472 h 949"/>
                <a:gd name="T16" fmla="*/ 64 w 875"/>
                <a:gd name="T17" fmla="*/ 220 h 949"/>
                <a:gd name="T18" fmla="*/ 227 w 875"/>
                <a:gd name="T19" fmla="*/ 54 h 949"/>
                <a:gd name="T20" fmla="*/ 480 w 875"/>
                <a:gd name="T21" fmla="*/ 0 h 949"/>
                <a:gd name="T22" fmla="*/ 740 w 875"/>
                <a:gd name="T23" fmla="*/ 251 h 949"/>
                <a:gd name="T24" fmla="*/ 606 w 875"/>
                <a:gd name="T25" fmla="*/ 114 h 949"/>
                <a:gd name="T26" fmla="*/ 268 w 875"/>
                <a:gd name="T27" fmla="*/ 114 h 949"/>
                <a:gd name="T28" fmla="*/ 134 w 875"/>
                <a:gd name="T29" fmla="*/ 251 h 949"/>
                <a:gd name="T30" fmla="*/ 78 w 875"/>
                <a:gd name="T31" fmla="*/ 474 h 949"/>
                <a:gd name="T32" fmla="*/ 134 w 875"/>
                <a:gd name="T33" fmla="*/ 698 h 949"/>
                <a:gd name="T34" fmla="*/ 268 w 875"/>
                <a:gd name="T35" fmla="*/ 836 h 949"/>
                <a:gd name="T36" fmla="*/ 437 w 875"/>
                <a:gd name="T37" fmla="*/ 880 h 949"/>
                <a:gd name="T38" fmla="*/ 606 w 875"/>
                <a:gd name="T39" fmla="*/ 836 h 949"/>
                <a:gd name="T40" fmla="*/ 740 w 875"/>
                <a:gd name="T41" fmla="*/ 697 h 949"/>
                <a:gd name="T42" fmla="*/ 796 w 875"/>
                <a:gd name="T43" fmla="*/ 474 h 949"/>
                <a:gd name="T44" fmla="*/ 653 w 875"/>
                <a:gd name="T45" fmla="*/ 751 h 949"/>
                <a:gd name="T46" fmla="*/ 432 w 875"/>
                <a:gd name="T47" fmla="*/ 513 h 949"/>
                <a:gd name="T48" fmla="*/ 347 w 875"/>
                <a:gd name="T49" fmla="*/ 751 h 949"/>
                <a:gd name="T50" fmla="*/ 270 w 875"/>
                <a:gd name="T51" fmla="*/ 196 h 949"/>
                <a:gd name="T52" fmla="*/ 641 w 875"/>
                <a:gd name="T53" fmla="*/ 354 h 949"/>
                <a:gd name="T54" fmla="*/ 653 w 875"/>
                <a:gd name="T55" fmla="*/ 751 h 949"/>
                <a:gd name="T56" fmla="*/ 349 w 875"/>
                <a:gd name="T57" fmla="*/ 266 h 949"/>
                <a:gd name="T58" fmla="*/ 428 w 875"/>
                <a:gd name="T59" fmla="*/ 445 h 949"/>
                <a:gd name="T60" fmla="*/ 522 w 875"/>
                <a:gd name="T61" fmla="*/ 432 h 949"/>
                <a:gd name="T62" fmla="*/ 554 w 875"/>
                <a:gd name="T63" fmla="*/ 401 h 949"/>
                <a:gd name="T64" fmla="*/ 564 w 875"/>
                <a:gd name="T65" fmla="*/ 351 h 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5" h="949">
                  <a:moveTo>
                    <a:pt x="480" y="0"/>
                  </a:moveTo>
                  <a:cubicBezTo>
                    <a:pt x="539" y="6"/>
                    <a:pt x="593" y="23"/>
                    <a:pt x="647" y="54"/>
                  </a:cubicBezTo>
                  <a:cubicBezTo>
                    <a:pt x="686" y="77"/>
                    <a:pt x="717" y="102"/>
                    <a:pt x="747" y="135"/>
                  </a:cubicBezTo>
                  <a:cubicBezTo>
                    <a:pt x="773" y="163"/>
                    <a:pt x="791" y="188"/>
                    <a:pt x="810" y="220"/>
                  </a:cubicBezTo>
                  <a:cubicBezTo>
                    <a:pt x="854" y="297"/>
                    <a:pt x="874" y="372"/>
                    <a:pt x="874" y="460"/>
                  </a:cubicBezTo>
                  <a:lnTo>
                    <a:pt x="874" y="474"/>
                  </a:lnTo>
                  <a:lnTo>
                    <a:pt x="874" y="486"/>
                  </a:lnTo>
                  <a:cubicBezTo>
                    <a:pt x="874" y="574"/>
                    <a:pt x="854" y="649"/>
                    <a:pt x="810" y="726"/>
                  </a:cubicBezTo>
                  <a:cubicBezTo>
                    <a:pt x="791" y="758"/>
                    <a:pt x="773" y="784"/>
                    <a:pt x="747" y="811"/>
                  </a:cubicBezTo>
                  <a:cubicBezTo>
                    <a:pt x="717" y="845"/>
                    <a:pt x="686" y="869"/>
                    <a:pt x="646" y="892"/>
                  </a:cubicBezTo>
                  <a:cubicBezTo>
                    <a:pt x="580" y="931"/>
                    <a:pt x="514" y="948"/>
                    <a:pt x="437" y="948"/>
                  </a:cubicBezTo>
                  <a:cubicBezTo>
                    <a:pt x="360" y="948"/>
                    <a:pt x="294" y="931"/>
                    <a:pt x="227" y="892"/>
                  </a:cubicBezTo>
                  <a:cubicBezTo>
                    <a:pt x="188" y="869"/>
                    <a:pt x="157" y="845"/>
                    <a:pt x="126" y="811"/>
                  </a:cubicBezTo>
                  <a:cubicBezTo>
                    <a:pt x="101" y="784"/>
                    <a:pt x="83" y="758"/>
                    <a:pt x="64" y="726"/>
                  </a:cubicBezTo>
                  <a:cubicBezTo>
                    <a:pt x="20" y="650"/>
                    <a:pt x="0" y="575"/>
                    <a:pt x="0" y="487"/>
                  </a:cubicBezTo>
                  <a:lnTo>
                    <a:pt x="0" y="472"/>
                  </a:lnTo>
                  <a:lnTo>
                    <a:pt x="0" y="460"/>
                  </a:lnTo>
                  <a:cubicBezTo>
                    <a:pt x="0" y="371"/>
                    <a:pt x="20" y="296"/>
                    <a:pt x="64" y="220"/>
                  </a:cubicBezTo>
                  <a:cubicBezTo>
                    <a:pt x="83" y="188"/>
                    <a:pt x="101" y="162"/>
                    <a:pt x="126" y="135"/>
                  </a:cubicBezTo>
                  <a:cubicBezTo>
                    <a:pt x="157" y="102"/>
                    <a:pt x="187" y="77"/>
                    <a:pt x="227" y="54"/>
                  </a:cubicBezTo>
                  <a:cubicBezTo>
                    <a:pt x="281" y="23"/>
                    <a:pt x="335" y="6"/>
                    <a:pt x="394" y="0"/>
                  </a:cubicBezTo>
                  <a:lnTo>
                    <a:pt x="480" y="0"/>
                  </a:lnTo>
                  <a:close/>
                  <a:moveTo>
                    <a:pt x="797" y="463"/>
                  </a:moveTo>
                  <a:cubicBezTo>
                    <a:pt x="797" y="385"/>
                    <a:pt x="779" y="319"/>
                    <a:pt x="740" y="251"/>
                  </a:cubicBezTo>
                  <a:cubicBezTo>
                    <a:pt x="726" y="228"/>
                    <a:pt x="713" y="209"/>
                    <a:pt x="696" y="189"/>
                  </a:cubicBezTo>
                  <a:cubicBezTo>
                    <a:pt x="669" y="157"/>
                    <a:pt x="642" y="135"/>
                    <a:pt x="606" y="114"/>
                  </a:cubicBezTo>
                  <a:cubicBezTo>
                    <a:pt x="552" y="83"/>
                    <a:pt x="499" y="69"/>
                    <a:pt x="437" y="69"/>
                  </a:cubicBezTo>
                  <a:cubicBezTo>
                    <a:pt x="375" y="69"/>
                    <a:pt x="322" y="83"/>
                    <a:pt x="268" y="114"/>
                  </a:cubicBezTo>
                  <a:cubicBezTo>
                    <a:pt x="233" y="134"/>
                    <a:pt x="206" y="156"/>
                    <a:pt x="180" y="187"/>
                  </a:cubicBezTo>
                  <a:cubicBezTo>
                    <a:pt x="162" y="208"/>
                    <a:pt x="148" y="227"/>
                    <a:pt x="134" y="251"/>
                  </a:cubicBezTo>
                  <a:cubicBezTo>
                    <a:pt x="96" y="319"/>
                    <a:pt x="78" y="385"/>
                    <a:pt x="78" y="463"/>
                  </a:cubicBezTo>
                  <a:lnTo>
                    <a:pt x="78" y="474"/>
                  </a:lnTo>
                  <a:lnTo>
                    <a:pt x="78" y="486"/>
                  </a:lnTo>
                  <a:cubicBezTo>
                    <a:pt x="78" y="564"/>
                    <a:pt x="96" y="630"/>
                    <a:pt x="134" y="698"/>
                  </a:cubicBezTo>
                  <a:cubicBezTo>
                    <a:pt x="148" y="722"/>
                    <a:pt x="162" y="741"/>
                    <a:pt x="180" y="762"/>
                  </a:cubicBezTo>
                  <a:cubicBezTo>
                    <a:pt x="206" y="793"/>
                    <a:pt x="233" y="816"/>
                    <a:pt x="268" y="836"/>
                  </a:cubicBezTo>
                  <a:cubicBezTo>
                    <a:pt x="320" y="866"/>
                    <a:pt x="371" y="880"/>
                    <a:pt x="431" y="880"/>
                  </a:cubicBezTo>
                  <a:lnTo>
                    <a:pt x="437" y="880"/>
                  </a:lnTo>
                  <a:lnTo>
                    <a:pt x="441" y="880"/>
                  </a:lnTo>
                  <a:cubicBezTo>
                    <a:pt x="502" y="880"/>
                    <a:pt x="554" y="866"/>
                    <a:pt x="606" y="836"/>
                  </a:cubicBezTo>
                  <a:cubicBezTo>
                    <a:pt x="642" y="815"/>
                    <a:pt x="669" y="792"/>
                    <a:pt x="696" y="760"/>
                  </a:cubicBezTo>
                  <a:cubicBezTo>
                    <a:pt x="713" y="739"/>
                    <a:pt x="726" y="721"/>
                    <a:pt x="740" y="697"/>
                  </a:cubicBezTo>
                  <a:cubicBezTo>
                    <a:pt x="779" y="630"/>
                    <a:pt x="797" y="564"/>
                    <a:pt x="797" y="486"/>
                  </a:cubicBezTo>
                  <a:cubicBezTo>
                    <a:pt x="797" y="482"/>
                    <a:pt x="797" y="478"/>
                    <a:pt x="796" y="474"/>
                  </a:cubicBezTo>
                  <a:cubicBezTo>
                    <a:pt x="797" y="470"/>
                    <a:pt x="797" y="467"/>
                    <a:pt x="797" y="463"/>
                  </a:cubicBezTo>
                  <a:close/>
                  <a:moveTo>
                    <a:pt x="653" y="751"/>
                  </a:moveTo>
                  <a:lnTo>
                    <a:pt x="571" y="751"/>
                  </a:lnTo>
                  <a:lnTo>
                    <a:pt x="432" y="513"/>
                  </a:lnTo>
                  <a:lnTo>
                    <a:pt x="347" y="513"/>
                  </a:lnTo>
                  <a:lnTo>
                    <a:pt x="347" y="751"/>
                  </a:lnTo>
                  <a:lnTo>
                    <a:pt x="270" y="751"/>
                  </a:lnTo>
                  <a:lnTo>
                    <a:pt x="270" y="196"/>
                  </a:lnTo>
                  <a:lnTo>
                    <a:pt x="462" y="196"/>
                  </a:lnTo>
                  <a:cubicBezTo>
                    <a:pt x="581" y="196"/>
                    <a:pt x="640" y="249"/>
                    <a:pt x="641" y="354"/>
                  </a:cubicBezTo>
                  <a:cubicBezTo>
                    <a:pt x="641" y="445"/>
                    <a:pt x="596" y="496"/>
                    <a:pt x="506" y="506"/>
                  </a:cubicBezTo>
                  <a:lnTo>
                    <a:pt x="653" y="751"/>
                  </a:lnTo>
                  <a:close/>
                  <a:moveTo>
                    <a:pt x="451" y="266"/>
                  </a:moveTo>
                  <a:lnTo>
                    <a:pt x="349" y="266"/>
                  </a:lnTo>
                  <a:lnTo>
                    <a:pt x="349" y="445"/>
                  </a:lnTo>
                  <a:lnTo>
                    <a:pt x="428" y="445"/>
                  </a:lnTo>
                  <a:lnTo>
                    <a:pt x="444" y="445"/>
                  </a:lnTo>
                  <a:cubicBezTo>
                    <a:pt x="472" y="445"/>
                    <a:pt x="496" y="441"/>
                    <a:pt x="522" y="432"/>
                  </a:cubicBezTo>
                  <a:cubicBezTo>
                    <a:pt x="523" y="431"/>
                    <a:pt x="524" y="431"/>
                    <a:pt x="524" y="431"/>
                  </a:cubicBezTo>
                  <a:cubicBezTo>
                    <a:pt x="537" y="423"/>
                    <a:pt x="547" y="413"/>
                    <a:pt x="554" y="401"/>
                  </a:cubicBezTo>
                  <a:cubicBezTo>
                    <a:pt x="562" y="388"/>
                    <a:pt x="564" y="376"/>
                    <a:pt x="564" y="361"/>
                  </a:cubicBezTo>
                  <a:lnTo>
                    <a:pt x="564" y="351"/>
                  </a:lnTo>
                  <a:cubicBezTo>
                    <a:pt x="564" y="294"/>
                    <a:pt x="526" y="266"/>
                    <a:pt x="451" y="266"/>
                  </a:cubicBez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grpSp>
      <p:sp>
        <p:nvSpPr>
          <p:cNvPr id="13" name="Text Placeholder 12">
            <a:extLst>
              <a:ext uri="{FF2B5EF4-FFF2-40B4-BE49-F238E27FC236}">
                <a16:creationId xmlns:a16="http://schemas.microsoft.com/office/drawing/2014/main" id="{65772D44-40FE-5E2E-8A30-C149E9756618}"/>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14" name="Rectangle 13">
            <a:extLst>
              <a:ext uri="{FF2B5EF4-FFF2-40B4-BE49-F238E27FC236}">
                <a16:creationId xmlns:a16="http://schemas.microsoft.com/office/drawing/2014/main" id="{4258346A-0A69-02CC-08A6-066575FA2FFB}"/>
              </a:ext>
            </a:extLst>
          </p:cNvPr>
          <p:cNvSpPr/>
          <p:nvPr userDrawn="1"/>
        </p:nvSpPr>
        <p:spPr>
          <a:xfrm>
            <a:off x="788742" y="2404590"/>
            <a:ext cx="3191826" cy="3283527"/>
          </a:xfrm>
          <a:prstGeom prst="rect">
            <a:avLst/>
          </a:prstGeom>
          <a:solidFill>
            <a:schemeClr val="accent5">
              <a:lumMod val="10000"/>
            </a:schemeClr>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15" name="Rectangle 14">
            <a:extLst>
              <a:ext uri="{FF2B5EF4-FFF2-40B4-BE49-F238E27FC236}">
                <a16:creationId xmlns:a16="http://schemas.microsoft.com/office/drawing/2014/main" id="{A3222B48-7602-FDFD-9EE1-957C970D5BF2}"/>
              </a:ext>
            </a:extLst>
          </p:cNvPr>
          <p:cNvSpPr/>
          <p:nvPr userDrawn="1"/>
        </p:nvSpPr>
        <p:spPr>
          <a:xfrm>
            <a:off x="788740" y="2085806"/>
            <a:ext cx="3191826" cy="318784"/>
          </a:xfrm>
          <a:prstGeom prst="rect">
            <a:avLst/>
          </a:prstGeom>
          <a:solidFill>
            <a:schemeClr val="tx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17" name="TextBox 16">
            <a:extLst>
              <a:ext uri="{FF2B5EF4-FFF2-40B4-BE49-F238E27FC236}">
                <a16:creationId xmlns:a16="http://schemas.microsoft.com/office/drawing/2014/main" id="{843AF027-FC85-B235-3D59-2BACE20DCC38}"/>
              </a:ext>
            </a:extLst>
          </p:cNvPr>
          <p:cNvSpPr txBox="1"/>
          <p:nvPr userDrawn="1"/>
        </p:nvSpPr>
        <p:spPr>
          <a:xfrm>
            <a:off x="788737" y="2102317"/>
            <a:ext cx="3191828" cy="276999"/>
          </a:xfrm>
          <a:prstGeom prst="rect">
            <a:avLst/>
          </a:prstGeom>
          <a:solidFill>
            <a:schemeClr val="accent3"/>
          </a:solidFill>
          <a:ln>
            <a:solidFill>
              <a:schemeClr val="accent3"/>
            </a:solidFill>
          </a:ln>
        </p:spPr>
        <p:txBody>
          <a:bodyPr wrap="square">
            <a:normAutofit/>
          </a:bodyPr>
          <a:lstStyle/>
          <a:p>
            <a:pPr lvl="0" algn="ctr"/>
            <a:r>
              <a:rPr lang="en-GB" sz="1200" err="1">
                <a:solidFill>
                  <a:schemeClr val="bg1"/>
                </a:solidFill>
                <a:latin typeface="Helvetica" pitchFamily="2" charset="0"/>
              </a:rPr>
              <a:t>dco</a:t>
            </a:r>
            <a:r>
              <a:rPr lang="en-GB" sz="1200">
                <a:solidFill>
                  <a:schemeClr val="bg1"/>
                </a:solidFill>
                <a:latin typeface="Helvetica" pitchFamily="2" charset="0"/>
              </a:rPr>
              <a:t>/</a:t>
            </a:r>
            <a:r>
              <a:rPr lang="en-GB" sz="1200" err="1">
                <a:solidFill>
                  <a:schemeClr val="bg1"/>
                </a:solidFill>
                <a:latin typeface="Helvetica" pitchFamily="2" charset="0"/>
              </a:rPr>
              <a:t>c++</a:t>
            </a:r>
            <a:r>
              <a:rPr lang="en-GB" sz="1200">
                <a:solidFill>
                  <a:schemeClr val="bg1"/>
                </a:solidFill>
                <a:latin typeface="Helvetica" pitchFamily="2" charset="0"/>
              </a:rPr>
              <a:t> v3.5</a:t>
            </a:r>
          </a:p>
        </p:txBody>
      </p:sp>
      <p:sp>
        <p:nvSpPr>
          <p:cNvPr id="20" name="Rectangle 19">
            <a:extLst>
              <a:ext uri="{FF2B5EF4-FFF2-40B4-BE49-F238E27FC236}">
                <a16:creationId xmlns:a16="http://schemas.microsoft.com/office/drawing/2014/main" id="{1137FCCD-D4FF-0604-0F40-6F5F546BEE03}"/>
              </a:ext>
            </a:extLst>
          </p:cNvPr>
          <p:cNvSpPr/>
          <p:nvPr userDrawn="1"/>
        </p:nvSpPr>
        <p:spPr>
          <a:xfrm>
            <a:off x="4317647" y="2404590"/>
            <a:ext cx="3191826" cy="3283527"/>
          </a:xfrm>
          <a:prstGeom prst="rect">
            <a:avLst/>
          </a:prstGeom>
          <a:solidFill>
            <a:schemeClr val="accent5">
              <a:lumMod val="10000"/>
            </a:schemeClr>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1" name="Rectangle 20">
            <a:extLst>
              <a:ext uri="{FF2B5EF4-FFF2-40B4-BE49-F238E27FC236}">
                <a16:creationId xmlns:a16="http://schemas.microsoft.com/office/drawing/2014/main" id="{6586B8B3-F389-882A-092B-77D2707101C5}"/>
              </a:ext>
            </a:extLst>
          </p:cNvPr>
          <p:cNvSpPr/>
          <p:nvPr userDrawn="1"/>
        </p:nvSpPr>
        <p:spPr>
          <a:xfrm>
            <a:off x="4317645" y="2085806"/>
            <a:ext cx="3191826" cy="318784"/>
          </a:xfrm>
          <a:prstGeom prst="rect">
            <a:avLst/>
          </a:prstGeom>
          <a:solidFill>
            <a:schemeClr val="tx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5" name="TextBox 24">
            <a:extLst>
              <a:ext uri="{FF2B5EF4-FFF2-40B4-BE49-F238E27FC236}">
                <a16:creationId xmlns:a16="http://schemas.microsoft.com/office/drawing/2014/main" id="{5038C88C-15E6-06BC-52A7-471955AC7432}"/>
              </a:ext>
            </a:extLst>
          </p:cNvPr>
          <p:cNvSpPr txBox="1"/>
          <p:nvPr userDrawn="1"/>
        </p:nvSpPr>
        <p:spPr>
          <a:xfrm>
            <a:off x="4317642" y="2102317"/>
            <a:ext cx="3191828" cy="276999"/>
          </a:xfrm>
          <a:prstGeom prst="rect">
            <a:avLst/>
          </a:prstGeom>
          <a:solidFill>
            <a:schemeClr val="accent3"/>
          </a:solidFill>
        </p:spPr>
        <p:txBody>
          <a:bodyPr wrap="square">
            <a:normAutofit/>
          </a:bodyPr>
          <a:lstStyle/>
          <a:p>
            <a:pPr lvl="0" algn="ctr"/>
            <a:r>
              <a:rPr lang="en-GB" sz="1200" err="1">
                <a:solidFill>
                  <a:schemeClr val="bg1"/>
                </a:solidFill>
                <a:latin typeface="Helvetica" pitchFamily="2" charset="0"/>
              </a:rPr>
              <a:t>dco</a:t>
            </a:r>
            <a:r>
              <a:rPr lang="en-GB" sz="1200">
                <a:solidFill>
                  <a:schemeClr val="bg1"/>
                </a:solidFill>
                <a:latin typeface="Helvetica" pitchFamily="2" charset="0"/>
              </a:rPr>
              <a:t>/</a:t>
            </a:r>
            <a:r>
              <a:rPr lang="en-GB" sz="1200" err="1">
                <a:solidFill>
                  <a:schemeClr val="bg1"/>
                </a:solidFill>
                <a:latin typeface="Helvetica" pitchFamily="2" charset="0"/>
              </a:rPr>
              <a:t>c++</a:t>
            </a:r>
            <a:r>
              <a:rPr lang="en-GB" sz="1200">
                <a:solidFill>
                  <a:schemeClr val="bg1"/>
                </a:solidFill>
                <a:latin typeface="Helvetica" pitchFamily="2" charset="0"/>
              </a:rPr>
              <a:t> v3.6</a:t>
            </a:r>
          </a:p>
        </p:txBody>
      </p:sp>
      <p:sp>
        <p:nvSpPr>
          <p:cNvPr id="26" name="Rectangle 25">
            <a:extLst>
              <a:ext uri="{FF2B5EF4-FFF2-40B4-BE49-F238E27FC236}">
                <a16:creationId xmlns:a16="http://schemas.microsoft.com/office/drawing/2014/main" id="{0F86008E-7C37-F9E6-53B7-A0CD193FEC37}"/>
              </a:ext>
            </a:extLst>
          </p:cNvPr>
          <p:cNvSpPr/>
          <p:nvPr userDrawn="1"/>
        </p:nvSpPr>
        <p:spPr>
          <a:xfrm>
            <a:off x="7846551" y="2404590"/>
            <a:ext cx="3191826" cy="3283527"/>
          </a:xfrm>
          <a:prstGeom prst="rect">
            <a:avLst/>
          </a:prstGeom>
          <a:solidFill>
            <a:schemeClr val="accent5">
              <a:lumMod val="10000"/>
            </a:schemeClr>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27" name="Rectangle 26">
            <a:extLst>
              <a:ext uri="{FF2B5EF4-FFF2-40B4-BE49-F238E27FC236}">
                <a16:creationId xmlns:a16="http://schemas.microsoft.com/office/drawing/2014/main" id="{4507DD96-4BFF-DFF9-3B7D-B0F8C29A0B0A}"/>
              </a:ext>
            </a:extLst>
          </p:cNvPr>
          <p:cNvSpPr/>
          <p:nvPr userDrawn="1"/>
        </p:nvSpPr>
        <p:spPr>
          <a:xfrm>
            <a:off x="7846549" y="2085806"/>
            <a:ext cx="3191826" cy="318784"/>
          </a:xfrm>
          <a:prstGeom prst="rect">
            <a:avLst/>
          </a:prstGeom>
          <a:solidFill>
            <a:schemeClr val="tx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elvetica" pitchFamily="2" charset="0"/>
            </a:endParaRPr>
          </a:p>
        </p:txBody>
      </p:sp>
      <p:sp>
        <p:nvSpPr>
          <p:cNvPr id="31" name="TextBox 30">
            <a:extLst>
              <a:ext uri="{FF2B5EF4-FFF2-40B4-BE49-F238E27FC236}">
                <a16:creationId xmlns:a16="http://schemas.microsoft.com/office/drawing/2014/main" id="{85A175A7-267A-1516-F1B9-C72C89CBDD41}"/>
              </a:ext>
            </a:extLst>
          </p:cNvPr>
          <p:cNvSpPr txBox="1"/>
          <p:nvPr userDrawn="1"/>
        </p:nvSpPr>
        <p:spPr>
          <a:xfrm>
            <a:off x="7846546" y="2102317"/>
            <a:ext cx="3191828" cy="276999"/>
          </a:xfrm>
          <a:prstGeom prst="rect">
            <a:avLst/>
          </a:prstGeom>
          <a:solidFill>
            <a:schemeClr val="accent3"/>
          </a:solidFill>
          <a:ln>
            <a:solidFill>
              <a:schemeClr val="accent3"/>
            </a:solidFill>
          </a:ln>
        </p:spPr>
        <p:txBody>
          <a:bodyPr wrap="square">
            <a:normAutofit/>
          </a:bodyPr>
          <a:lstStyle/>
          <a:p>
            <a:pPr lvl="0" algn="ctr"/>
            <a:r>
              <a:rPr lang="en-GB" sz="1200" err="1">
                <a:solidFill>
                  <a:schemeClr val="bg1"/>
                </a:solidFill>
                <a:latin typeface="Helvetica" pitchFamily="2" charset="0"/>
              </a:rPr>
              <a:t>dco</a:t>
            </a:r>
            <a:r>
              <a:rPr lang="en-GB" sz="1200">
                <a:solidFill>
                  <a:schemeClr val="bg1"/>
                </a:solidFill>
                <a:latin typeface="Helvetica" pitchFamily="2" charset="0"/>
              </a:rPr>
              <a:t>/</a:t>
            </a:r>
            <a:r>
              <a:rPr lang="en-GB" sz="1200" err="1">
                <a:solidFill>
                  <a:schemeClr val="bg1"/>
                </a:solidFill>
                <a:latin typeface="Helvetica" pitchFamily="2" charset="0"/>
              </a:rPr>
              <a:t>c++</a:t>
            </a:r>
            <a:r>
              <a:rPr lang="en-GB" sz="1200">
                <a:solidFill>
                  <a:schemeClr val="bg1"/>
                </a:solidFill>
                <a:latin typeface="Helvetica" pitchFamily="2" charset="0"/>
              </a:rPr>
              <a:t> v3.7</a:t>
            </a:r>
          </a:p>
        </p:txBody>
      </p:sp>
      <p:sp>
        <p:nvSpPr>
          <p:cNvPr id="32" name="Text Placeholder 42">
            <a:extLst>
              <a:ext uri="{FF2B5EF4-FFF2-40B4-BE49-F238E27FC236}">
                <a16:creationId xmlns:a16="http://schemas.microsoft.com/office/drawing/2014/main" id="{99BCA9B9-6CD2-5C0B-EB2E-7220209C09FD}"/>
              </a:ext>
            </a:extLst>
          </p:cNvPr>
          <p:cNvSpPr>
            <a:spLocks noGrp="1"/>
          </p:cNvSpPr>
          <p:nvPr>
            <p:ph type="body" sz="quarter" idx="12" hasCustomPrompt="1"/>
          </p:nvPr>
        </p:nvSpPr>
        <p:spPr>
          <a:xfrm>
            <a:off x="788734" y="1546631"/>
            <a:ext cx="3191825" cy="633412"/>
          </a:xfrm>
        </p:spPr>
        <p:txBody>
          <a:bodyPr>
            <a:normAutofit/>
          </a:bodyPr>
          <a:lstStyle>
            <a:lvl1pPr marL="0" indent="0" algn="ctr">
              <a:buFontTx/>
              <a:buNone/>
              <a:defRPr sz="2000" b="1">
                <a:solidFill>
                  <a:schemeClr val="bg1"/>
                </a:solidFill>
              </a:defRPr>
            </a:lvl1pPr>
          </a:lstStyle>
          <a:p>
            <a:pPr lvl="0"/>
            <a:r>
              <a:rPr lang="en-US"/>
              <a:t>Text Here</a:t>
            </a:r>
          </a:p>
        </p:txBody>
      </p:sp>
      <p:sp>
        <p:nvSpPr>
          <p:cNvPr id="35" name="Text Placeholder 42">
            <a:extLst>
              <a:ext uri="{FF2B5EF4-FFF2-40B4-BE49-F238E27FC236}">
                <a16:creationId xmlns:a16="http://schemas.microsoft.com/office/drawing/2014/main" id="{7CD6F3E6-7D3D-70BA-0B79-787D69BCB6DC}"/>
              </a:ext>
            </a:extLst>
          </p:cNvPr>
          <p:cNvSpPr>
            <a:spLocks noGrp="1"/>
          </p:cNvSpPr>
          <p:nvPr>
            <p:ph type="body" sz="quarter" idx="17" hasCustomPrompt="1"/>
          </p:nvPr>
        </p:nvSpPr>
        <p:spPr>
          <a:xfrm>
            <a:off x="928947" y="2479997"/>
            <a:ext cx="2859282" cy="3056919"/>
          </a:xfrm>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36" name="Text Placeholder 42">
            <a:extLst>
              <a:ext uri="{FF2B5EF4-FFF2-40B4-BE49-F238E27FC236}">
                <a16:creationId xmlns:a16="http://schemas.microsoft.com/office/drawing/2014/main" id="{769C1DC1-A643-60F1-0D43-CEE0868D6A61}"/>
              </a:ext>
            </a:extLst>
          </p:cNvPr>
          <p:cNvSpPr>
            <a:spLocks noGrp="1"/>
          </p:cNvSpPr>
          <p:nvPr>
            <p:ph type="body" sz="quarter" idx="18" hasCustomPrompt="1"/>
          </p:nvPr>
        </p:nvSpPr>
        <p:spPr>
          <a:xfrm>
            <a:off x="4317634" y="1546631"/>
            <a:ext cx="3191825" cy="633412"/>
          </a:xfrm>
        </p:spPr>
        <p:txBody>
          <a:bodyPr>
            <a:normAutofit/>
          </a:bodyPr>
          <a:lstStyle>
            <a:lvl1pPr marL="0" indent="0" algn="ctr">
              <a:buFontTx/>
              <a:buNone/>
              <a:defRPr sz="2000" b="1">
                <a:solidFill>
                  <a:schemeClr val="bg1"/>
                </a:solidFill>
              </a:defRPr>
            </a:lvl1pPr>
          </a:lstStyle>
          <a:p>
            <a:pPr lvl="0"/>
            <a:r>
              <a:rPr lang="en-US"/>
              <a:t>Text Here</a:t>
            </a:r>
          </a:p>
        </p:txBody>
      </p:sp>
      <p:sp>
        <p:nvSpPr>
          <p:cNvPr id="37" name="Text Placeholder 42">
            <a:extLst>
              <a:ext uri="{FF2B5EF4-FFF2-40B4-BE49-F238E27FC236}">
                <a16:creationId xmlns:a16="http://schemas.microsoft.com/office/drawing/2014/main" id="{859C29EA-394B-6182-325B-6B5C31347F63}"/>
              </a:ext>
            </a:extLst>
          </p:cNvPr>
          <p:cNvSpPr>
            <a:spLocks noGrp="1"/>
          </p:cNvSpPr>
          <p:nvPr>
            <p:ph type="body" sz="quarter" idx="19" hasCustomPrompt="1"/>
          </p:nvPr>
        </p:nvSpPr>
        <p:spPr>
          <a:xfrm>
            <a:off x="4457847" y="2479997"/>
            <a:ext cx="2859282" cy="3056919"/>
          </a:xfrm>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
        <p:nvSpPr>
          <p:cNvPr id="40" name="Text Placeholder 42">
            <a:extLst>
              <a:ext uri="{FF2B5EF4-FFF2-40B4-BE49-F238E27FC236}">
                <a16:creationId xmlns:a16="http://schemas.microsoft.com/office/drawing/2014/main" id="{C84295A2-CE2F-3FA3-6F38-F0C809A87745}"/>
              </a:ext>
            </a:extLst>
          </p:cNvPr>
          <p:cNvSpPr>
            <a:spLocks noGrp="1"/>
          </p:cNvSpPr>
          <p:nvPr>
            <p:ph type="body" sz="quarter" idx="20" hasCustomPrompt="1"/>
          </p:nvPr>
        </p:nvSpPr>
        <p:spPr>
          <a:xfrm>
            <a:off x="7846527" y="1546631"/>
            <a:ext cx="3191825" cy="633412"/>
          </a:xfrm>
        </p:spPr>
        <p:txBody>
          <a:bodyPr>
            <a:normAutofit/>
          </a:bodyPr>
          <a:lstStyle>
            <a:lvl1pPr marL="0" indent="0" algn="ctr">
              <a:buFontTx/>
              <a:buNone/>
              <a:defRPr sz="2000" b="1">
                <a:solidFill>
                  <a:schemeClr val="bg1"/>
                </a:solidFill>
              </a:defRPr>
            </a:lvl1pPr>
          </a:lstStyle>
          <a:p>
            <a:pPr lvl="0"/>
            <a:r>
              <a:rPr lang="en-US"/>
              <a:t>Text Here</a:t>
            </a:r>
          </a:p>
        </p:txBody>
      </p:sp>
      <p:sp>
        <p:nvSpPr>
          <p:cNvPr id="41" name="Text Placeholder 42">
            <a:extLst>
              <a:ext uri="{FF2B5EF4-FFF2-40B4-BE49-F238E27FC236}">
                <a16:creationId xmlns:a16="http://schemas.microsoft.com/office/drawing/2014/main" id="{412AB4DB-B588-0957-E5B7-6B1C1A959D05}"/>
              </a:ext>
            </a:extLst>
          </p:cNvPr>
          <p:cNvSpPr>
            <a:spLocks noGrp="1"/>
          </p:cNvSpPr>
          <p:nvPr>
            <p:ph type="body" sz="quarter" idx="21" hasCustomPrompt="1"/>
          </p:nvPr>
        </p:nvSpPr>
        <p:spPr>
          <a:xfrm>
            <a:off x="7986740" y="2479997"/>
            <a:ext cx="2859282" cy="3056919"/>
          </a:xfrm>
        </p:spPr>
        <p:txBody>
          <a:bodyPr>
            <a:normAutofit/>
          </a:bodyPr>
          <a:lstStyle>
            <a:lvl1pPr marL="133350" indent="-133350" algn="l">
              <a:buFont typeface="Arial" panose="020B0604020202020204" pitchFamily="34" charset="0"/>
              <a:buChar char="•"/>
              <a:tabLst/>
              <a:defRPr sz="1100" b="0">
                <a:solidFill>
                  <a:schemeClr val="bg1"/>
                </a:solidFill>
              </a:defRPr>
            </a:lvl1pPr>
          </a:lstStyle>
          <a:p>
            <a:pPr lvl="0"/>
            <a:r>
              <a:rPr lang="en-US"/>
              <a:t>Text Here</a:t>
            </a:r>
          </a:p>
          <a:p>
            <a:pPr lvl="0"/>
            <a:r>
              <a:rPr lang="en-US"/>
              <a:t>Text Here</a:t>
            </a:r>
          </a:p>
          <a:p>
            <a:pPr lvl="0"/>
            <a:r>
              <a:rPr lang="en-US"/>
              <a:t>Text Here</a:t>
            </a:r>
          </a:p>
        </p:txBody>
      </p:sp>
    </p:spTree>
    <p:extLst>
      <p:ext uri="{BB962C8B-B14F-4D97-AF65-F5344CB8AC3E}">
        <p14:creationId xmlns:p14="http://schemas.microsoft.com/office/powerpoint/2010/main" val="12643728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_Slide_Header_B">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05884F3-B4CA-0049-F7D0-39F19C5729AB}"/>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583363 h 6858000"/>
              <a:gd name="connsiteX5" fmla="*/ 2279650 w 12192000"/>
              <a:gd name="connsiteY5" fmla="*/ 6583363 h 6858000"/>
              <a:gd name="connsiteX6" fmla="*/ 2279650 w 12192000"/>
              <a:gd name="connsiteY6" fmla="*/ 6227763 h 6858000"/>
              <a:gd name="connsiteX7" fmla="*/ 0 w 12192000"/>
              <a:gd name="connsiteY7" fmla="*/ 62277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6583363"/>
                </a:lnTo>
                <a:lnTo>
                  <a:pt x="2279650" y="6583363"/>
                </a:lnTo>
                <a:lnTo>
                  <a:pt x="2279650" y="6227763"/>
                </a:lnTo>
                <a:lnTo>
                  <a:pt x="0" y="6227763"/>
                </a:lnTo>
                <a:close/>
              </a:path>
            </a:pathLst>
          </a:custGeom>
          <a:solidFill>
            <a:srgbClr val="0E244C"/>
          </a:solidFill>
        </p:spPr>
        <p:txBody>
          <a:bodyPr wrap="square" lIns="0" tIns="0" rIns="0" bIns="0" anchor="ctr">
            <a:noAutofit/>
          </a:bodyPr>
          <a:lstStyle/>
          <a:p>
            <a:pPr algn="ctr" eaLnBrk="1" fontAlgn="auto" hangingPunct="1">
              <a:spcBef>
                <a:spcPts val="0"/>
              </a:spcBef>
              <a:spcAft>
                <a:spcPts val="0"/>
              </a:spcAft>
              <a:defRPr/>
            </a:pPr>
            <a:endParaRPr lang="en-US" sz="703">
              <a:latin typeface="Microsoft Sans Serif" panose="020B0604020202020204" pitchFamily="34" charset="0"/>
              <a:cs typeface="Microsoft Sans Serif" panose="020B0604020202020204" pitchFamily="34" charset="0"/>
            </a:endParaRPr>
          </a:p>
        </p:txBody>
      </p:sp>
      <p:sp>
        <p:nvSpPr>
          <p:cNvPr id="3" name="Rectangle 2">
            <a:extLst>
              <a:ext uri="{FF2B5EF4-FFF2-40B4-BE49-F238E27FC236}">
                <a16:creationId xmlns:a16="http://schemas.microsoft.com/office/drawing/2014/main" id="{9CC0BE42-1BEA-8F16-87DD-0DDCC132F97A}"/>
              </a:ext>
            </a:extLst>
          </p:cNvPr>
          <p:cNvSpPr/>
          <p:nvPr/>
        </p:nvSpPr>
        <p:spPr>
          <a:xfrm>
            <a:off x="0" y="317500"/>
            <a:ext cx="5659438" cy="685800"/>
          </a:xfrm>
          <a:prstGeom prst="rect">
            <a:avLst/>
          </a:prstGeom>
          <a:solidFill>
            <a:schemeClr val="accent5"/>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D1089A73-984D-0ABB-289B-F973970BC9EE}"/>
              </a:ext>
            </a:extLst>
          </p:cNvPr>
          <p:cNvSpPr/>
          <p:nvPr/>
        </p:nvSpPr>
        <p:spPr>
          <a:xfrm>
            <a:off x="0" y="317500"/>
            <a:ext cx="5561013" cy="685800"/>
          </a:xfrm>
          <a:prstGeom prst="rect">
            <a:avLst/>
          </a:prstGeom>
          <a:solidFill>
            <a:schemeClr val="bg1"/>
          </a:solidFill>
        </p:spPr>
        <p:txBody>
          <a:bodyPr lIns="0" tIns="0" rIns="0" bIns="0" anchor="ctr"/>
          <a:lstStyle/>
          <a:p>
            <a:pPr algn="ctr" eaLnBrk="1" fontAlgn="auto" hangingPunct="1">
              <a:spcBef>
                <a:spcPts val="0"/>
              </a:spcBef>
              <a:spcAft>
                <a:spcPts val="0"/>
              </a:spcAft>
              <a:defRPr/>
            </a:pPr>
            <a:endParaRPr lang="en-US" sz="703">
              <a:solidFill>
                <a:schemeClr val="bg1"/>
              </a:solidFill>
              <a:latin typeface="Microsoft Sans Serif" panose="020B0604020202020204" pitchFamily="34" charset="0"/>
              <a:cs typeface="Microsoft Sans Serif" panose="020B0604020202020204" pitchFamily="34" charset="0"/>
            </a:endParaRPr>
          </a:p>
        </p:txBody>
      </p:sp>
      <p:grpSp>
        <p:nvGrpSpPr>
          <p:cNvPr id="5" name="Group 4">
            <a:extLst>
              <a:ext uri="{FF2B5EF4-FFF2-40B4-BE49-F238E27FC236}">
                <a16:creationId xmlns:a16="http://schemas.microsoft.com/office/drawing/2014/main" id="{EA311B07-1717-1658-49E6-B9824F8847CD}"/>
              </a:ext>
            </a:extLst>
          </p:cNvPr>
          <p:cNvGrpSpPr/>
          <p:nvPr/>
        </p:nvGrpSpPr>
        <p:grpSpPr>
          <a:xfrm>
            <a:off x="10806077" y="6155266"/>
            <a:ext cx="954282" cy="503187"/>
            <a:chOff x="6436339" y="3741541"/>
            <a:chExt cx="5026017" cy="2757483"/>
          </a:xfrm>
          <a:solidFill>
            <a:schemeClr val="bg1"/>
          </a:solidFill>
        </p:grpSpPr>
        <p:sp>
          <p:nvSpPr>
            <p:cNvPr id="6" name="Freeform 2">
              <a:extLst>
                <a:ext uri="{FF2B5EF4-FFF2-40B4-BE49-F238E27FC236}">
                  <a16:creationId xmlns:a16="http://schemas.microsoft.com/office/drawing/2014/main" id="{6397B3F7-6C32-72C7-E065-A9CE21DCEC39}"/>
                </a:ext>
              </a:extLst>
            </p:cNvPr>
            <p:cNvSpPr>
              <a:spLocks noChangeArrowheads="1"/>
            </p:cNvSpPr>
            <p:nvPr/>
          </p:nvSpPr>
          <p:spPr bwMode="auto">
            <a:xfrm>
              <a:off x="6436339" y="3762176"/>
              <a:ext cx="1395415" cy="2006597"/>
            </a:xfrm>
            <a:custGeom>
              <a:avLst/>
              <a:gdLst>
                <a:gd name="T0" fmla="*/ 3874 w 3875"/>
                <a:gd name="T1" fmla="*/ 5571 h 5572"/>
                <a:gd name="T2" fmla="*/ 3079 w 3875"/>
                <a:gd name="T3" fmla="*/ 5571 h 5572"/>
                <a:gd name="T4" fmla="*/ 3079 w 3875"/>
                <a:gd name="T5" fmla="*/ 1872 h 5572"/>
                <a:gd name="T6" fmla="*/ 2958 w 3875"/>
                <a:gd name="T7" fmla="*/ 1071 h 5572"/>
                <a:gd name="T8" fmla="*/ 2341 w 3875"/>
                <a:gd name="T9" fmla="*/ 731 h 5572"/>
                <a:gd name="T10" fmla="*/ 1583 w 3875"/>
                <a:gd name="T11" fmla="*/ 985 h 5572"/>
                <a:gd name="T12" fmla="*/ 1546 w 3875"/>
                <a:gd name="T13" fmla="*/ 1006 h 5572"/>
                <a:gd name="T14" fmla="*/ 946 w 3875"/>
                <a:gd name="T15" fmla="*/ 1499 h 5572"/>
                <a:gd name="T16" fmla="*/ 946 w 3875"/>
                <a:gd name="T17" fmla="*/ 5571 h 5572"/>
                <a:gd name="T18" fmla="*/ 191 w 3875"/>
                <a:gd name="T19" fmla="*/ 5571 h 5572"/>
                <a:gd name="T20" fmla="*/ 191 w 3875"/>
                <a:gd name="T21" fmla="*/ 1518 h 5572"/>
                <a:gd name="T22" fmla="*/ 0 w 3875"/>
                <a:gd name="T23" fmla="*/ 228 h 5572"/>
                <a:gd name="T24" fmla="*/ 765 w 3875"/>
                <a:gd name="T25" fmla="*/ 0 h 5572"/>
                <a:gd name="T26" fmla="*/ 946 w 3875"/>
                <a:gd name="T27" fmla="*/ 853 h 5572"/>
                <a:gd name="T28" fmla="*/ 2526 w 3875"/>
                <a:gd name="T29" fmla="*/ 0 h 5572"/>
                <a:gd name="T30" fmla="*/ 2528 w 3875"/>
                <a:gd name="T31" fmla="*/ 0 h 5572"/>
                <a:gd name="T32" fmla="*/ 3208 w 3875"/>
                <a:gd name="T33" fmla="*/ 182 h 5572"/>
                <a:gd name="T34" fmla="*/ 3260 w 3875"/>
                <a:gd name="T35" fmla="*/ 214 h 5572"/>
                <a:gd name="T36" fmla="*/ 3678 w 3875"/>
                <a:gd name="T37" fmla="*/ 642 h 5572"/>
                <a:gd name="T38" fmla="*/ 3753 w 3875"/>
                <a:gd name="T39" fmla="*/ 798 h 5572"/>
                <a:gd name="T40" fmla="*/ 3874 w 3875"/>
                <a:gd name="T41" fmla="*/ 1420 h 5572"/>
                <a:gd name="T42" fmla="*/ 3874 w 3875"/>
                <a:gd name="T43" fmla="*/ 1433 h 5572"/>
                <a:gd name="T44" fmla="*/ 3874 w 3875"/>
                <a:gd name="T45" fmla="*/ 5571 h 5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75" h="5572">
                  <a:moveTo>
                    <a:pt x="3874" y="5571"/>
                  </a:moveTo>
                  <a:lnTo>
                    <a:pt x="3079" y="5571"/>
                  </a:lnTo>
                  <a:lnTo>
                    <a:pt x="3079" y="1872"/>
                  </a:lnTo>
                  <a:cubicBezTo>
                    <a:pt x="3079" y="1499"/>
                    <a:pt x="3039" y="1232"/>
                    <a:pt x="2958" y="1071"/>
                  </a:cubicBezTo>
                  <a:cubicBezTo>
                    <a:pt x="2850" y="844"/>
                    <a:pt x="2645" y="731"/>
                    <a:pt x="2341" y="731"/>
                  </a:cubicBezTo>
                  <a:cubicBezTo>
                    <a:pt x="2119" y="731"/>
                    <a:pt x="1866" y="816"/>
                    <a:pt x="1583" y="985"/>
                  </a:cubicBezTo>
                  <a:cubicBezTo>
                    <a:pt x="1570" y="992"/>
                    <a:pt x="1559" y="998"/>
                    <a:pt x="1546" y="1006"/>
                  </a:cubicBezTo>
                  <a:cubicBezTo>
                    <a:pt x="1308" y="1143"/>
                    <a:pt x="1126" y="1293"/>
                    <a:pt x="946" y="1499"/>
                  </a:cubicBezTo>
                  <a:lnTo>
                    <a:pt x="946" y="5571"/>
                  </a:lnTo>
                  <a:lnTo>
                    <a:pt x="191" y="5571"/>
                  </a:lnTo>
                  <a:lnTo>
                    <a:pt x="191" y="1518"/>
                  </a:lnTo>
                  <a:cubicBezTo>
                    <a:pt x="191" y="964"/>
                    <a:pt x="128" y="534"/>
                    <a:pt x="0" y="228"/>
                  </a:cubicBezTo>
                  <a:lnTo>
                    <a:pt x="765" y="0"/>
                  </a:lnTo>
                  <a:cubicBezTo>
                    <a:pt x="888" y="283"/>
                    <a:pt x="944" y="544"/>
                    <a:pt x="946" y="853"/>
                  </a:cubicBezTo>
                  <a:cubicBezTo>
                    <a:pt x="1462" y="284"/>
                    <a:pt x="1989" y="0"/>
                    <a:pt x="2526" y="0"/>
                  </a:cubicBezTo>
                  <a:cubicBezTo>
                    <a:pt x="2526" y="0"/>
                    <a:pt x="2527" y="0"/>
                    <a:pt x="2528" y="0"/>
                  </a:cubicBezTo>
                  <a:cubicBezTo>
                    <a:pt x="2778" y="0"/>
                    <a:pt x="2991" y="57"/>
                    <a:pt x="3208" y="182"/>
                  </a:cubicBezTo>
                  <a:cubicBezTo>
                    <a:pt x="3226" y="193"/>
                    <a:pt x="3242" y="202"/>
                    <a:pt x="3260" y="214"/>
                  </a:cubicBezTo>
                  <a:cubicBezTo>
                    <a:pt x="3441" y="324"/>
                    <a:pt x="3571" y="458"/>
                    <a:pt x="3678" y="642"/>
                  </a:cubicBezTo>
                  <a:cubicBezTo>
                    <a:pt x="3708" y="695"/>
                    <a:pt x="3731" y="741"/>
                    <a:pt x="3753" y="798"/>
                  </a:cubicBezTo>
                  <a:cubicBezTo>
                    <a:pt x="3837" y="1006"/>
                    <a:pt x="3874" y="1196"/>
                    <a:pt x="3874" y="1420"/>
                  </a:cubicBezTo>
                  <a:cubicBezTo>
                    <a:pt x="3874" y="1424"/>
                    <a:pt x="3874" y="1428"/>
                    <a:pt x="3874" y="1433"/>
                  </a:cubicBezTo>
                  <a:lnTo>
                    <a:pt x="3874" y="5571"/>
                  </a:lnTo>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7" name="Freeform 3">
              <a:extLst>
                <a:ext uri="{FF2B5EF4-FFF2-40B4-BE49-F238E27FC236}">
                  <a16:creationId xmlns:a16="http://schemas.microsoft.com/office/drawing/2014/main" id="{1466165A-B83F-5CBD-D4C3-3FA4D16BAB2C}"/>
                </a:ext>
              </a:extLst>
            </p:cNvPr>
            <p:cNvSpPr>
              <a:spLocks noChangeArrowheads="1"/>
            </p:cNvSpPr>
            <p:nvPr/>
          </p:nvSpPr>
          <p:spPr bwMode="auto">
            <a:xfrm>
              <a:off x="7958753" y="3759002"/>
              <a:ext cx="1492252" cy="2084384"/>
            </a:xfrm>
            <a:custGeom>
              <a:avLst/>
              <a:gdLst>
                <a:gd name="T0" fmla="*/ 4146 w 4147"/>
                <a:gd name="T1" fmla="*/ 5178 h 5791"/>
                <a:gd name="T2" fmla="*/ 3743 w 4147"/>
                <a:gd name="T3" fmla="*/ 5790 h 5791"/>
                <a:gd name="T4" fmla="*/ 3059 w 4147"/>
                <a:gd name="T5" fmla="*/ 4993 h 5791"/>
                <a:gd name="T6" fmla="*/ 1611 w 4147"/>
                <a:gd name="T7" fmla="*/ 5726 h 5791"/>
                <a:gd name="T8" fmla="*/ 463 w 4147"/>
                <a:gd name="T9" fmla="*/ 5345 h 5791"/>
                <a:gd name="T10" fmla="*/ 0 w 4147"/>
                <a:gd name="T11" fmla="*/ 4178 h 5791"/>
                <a:gd name="T12" fmla="*/ 886 w 4147"/>
                <a:gd name="T13" fmla="*/ 2621 h 5791"/>
                <a:gd name="T14" fmla="*/ 2657 w 4147"/>
                <a:gd name="T15" fmla="*/ 2229 h 5791"/>
                <a:gd name="T16" fmla="*/ 3009 w 4147"/>
                <a:gd name="T17" fmla="*/ 2229 h 5791"/>
                <a:gd name="T18" fmla="*/ 3009 w 4147"/>
                <a:gd name="T19" fmla="*/ 1846 h 5791"/>
                <a:gd name="T20" fmla="*/ 2848 w 4147"/>
                <a:gd name="T21" fmla="*/ 994 h 5791"/>
                <a:gd name="T22" fmla="*/ 2173 w 4147"/>
                <a:gd name="T23" fmla="*/ 699 h 5791"/>
                <a:gd name="T24" fmla="*/ 573 w 4147"/>
                <a:gd name="T25" fmla="*/ 1344 h 5791"/>
                <a:gd name="T26" fmla="*/ 182 w 4147"/>
                <a:gd name="T27" fmla="*/ 732 h 5791"/>
                <a:gd name="T28" fmla="*/ 2285 w 4147"/>
                <a:gd name="T29" fmla="*/ 0 h 5791"/>
                <a:gd name="T30" fmla="*/ 3673 w 4147"/>
                <a:gd name="T31" fmla="*/ 852 h 5791"/>
                <a:gd name="T32" fmla="*/ 3784 w 4147"/>
                <a:gd name="T33" fmla="*/ 1781 h 5791"/>
                <a:gd name="T34" fmla="*/ 3784 w 4147"/>
                <a:gd name="T35" fmla="*/ 2054 h 5791"/>
                <a:gd name="T36" fmla="*/ 3743 w 4147"/>
                <a:gd name="T37" fmla="*/ 3845 h 5791"/>
                <a:gd name="T38" fmla="*/ 3733 w 4147"/>
                <a:gd name="T39" fmla="*/ 4058 h 5791"/>
                <a:gd name="T40" fmla="*/ 3733 w 4147"/>
                <a:gd name="T41" fmla="*/ 4097 h 5791"/>
                <a:gd name="T42" fmla="*/ 3784 w 4147"/>
                <a:gd name="T43" fmla="*/ 4730 h 5791"/>
                <a:gd name="T44" fmla="*/ 3855 w 4147"/>
                <a:gd name="T45" fmla="*/ 4902 h 5791"/>
                <a:gd name="T46" fmla="*/ 4113 w 4147"/>
                <a:gd name="T47" fmla="*/ 5161 h 5791"/>
                <a:gd name="T48" fmla="*/ 4146 w 4147"/>
                <a:gd name="T49" fmla="*/ 5178 h 5791"/>
                <a:gd name="T50" fmla="*/ 3009 w 4147"/>
                <a:gd name="T51" fmla="*/ 2819 h 5791"/>
                <a:gd name="T52" fmla="*/ 2615 w 4147"/>
                <a:gd name="T53" fmla="*/ 2797 h 5791"/>
                <a:gd name="T54" fmla="*/ 875 w 4147"/>
                <a:gd name="T55" fmla="*/ 4097 h 5791"/>
                <a:gd name="T56" fmla="*/ 1741 w 4147"/>
                <a:gd name="T57" fmla="*/ 5090 h 5791"/>
                <a:gd name="T58" fmla="*/ 2958 w 4147"/>
                <a:gd name="T59" fmla="*/ 4238 h 5791"/>
                <a:gd name="T60" fmla="*/ 3009 w 4147"/>
                <a:gd name="T61" fmla="*/ 2819 h 5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47" h="5791">
                  <a:moveTo>
                    <a:pt x="4146" y="5178"/>
                  </a:moveTo>
                  <a:lnTo>
                    <a:pt x="3743" y="5790"/>
                  </a:lnTo>
                  <a:cubicBezTo>
                    <a:pt x="3381" y="5666"/>
                    <a:pt x="3153" y="5400"/>
                    <a:pt x="3059" y="4993"/>
                  </a:cubicBezTo>
                  <a:cubicBezTo>
                    <a:pt x="2610" y="5482"/>
                    <a:pt x="2127" y="5726"/>
                    <a:pt x="1611" y="5726"/>
                  </a:cubicBezTo>
                  <a:cubicBezTo>
                    <a:pt x="1128" y="5726"/>
                    <a:pt x="745" y="5599"/>
                    <a:pt x="463" y="5345"/>
                  </a:cubicBezTo>
                  <a:cubicBezTo>
                    <a:pt x="155" y="5075"/>
                    <a:pt x="0" y="4686"/>
                    <a:pt x="0" y="4178"/>
                  </a:cubicBezTo>
                  <a:cubicBezTo>
                    <a:pt x="0" y="3475"/>
                    <a:pt x="296" y="2955"/>
                    <a:pt x="886" y="2621"/>
                  </a:cubicBezTo>
                  <a:cubicBezTo>
                    <a:pt x="1349" y="2360"/>
                    <a:pt x="1940" y="2229"/>
                    <a:pt x="2657" y="2229"/>
                  </a:cubicBezTo>
                  <a:lnTo>
                    <a:pt x="3009" y="2229"/>
                  </a:lnTo>
                  <a:lnTo>
                    <a:pt x="3009" y="1846"/>
                  </a:lnTo>
                  <a:cubicBezTo>
                    <a:pt x="3009" y="1409"/>
                    <a:pt x="2955" y="1125"/>
                    <a:pt x="2848" y="994"/>
                  </a:cubicBezTo>
                  <a:cubicBezTo>
                    <a:pt x="2687" y="797"/>
                    <a:pt x="2462" y="699"/>
                    <a:pt x="2173" y="699"/>
                  </a:cubicBezTo>
                  <a:cubicBezTo>
                    <a:pt x="1603" y="699"/>
                    <a:pt x="1070" y="914"/>
                    <a:pt x="573" y="1344"/>
                  </a:cubicBezTo>
                  <a:lnTo>
                    <a:pt x="182" y="732"/>
                  </a:lnTo>
                  <a:cubicBezTo>
                    <a:pt x="859" y="244"/>
                    <a:pt x="1560" y="0"/>
                    <a:pt x="2285" y="0"/>
                  </a:cubicBezTo>
                  <a:cubicBezTo>
                    <a:pt x="2995" y="0"/>
                    <a:pt x="3458" y="284"/>
                    <a:pt x="3673" y="852"/>
                  </a:cubicBezTo>
                  <a:cubicBezTo>
                    <a:pt x="3747" y="1049"/>
                    <a:pt x="3784" y="1358"/>
                    <a:pt x="3784" y="1781"/>
                  </a:cubicBezTo>
                  <a:lnTo>
                    <a:pt x="3784" y="2054"/>
                  </a:lnTo>
                  <a:lnTo>
                    <a:pt x="3743" y="3845"/>
                  </a:lnTo>
                  <a:cubicBezTo>
                    <a:pt x="3736" y="3920"/>
                    <a:pt x="3733" y="3983"/>
                    <a:pt x="3733" y="4058"/>
                  </a:cubicBezTo>
                  <a:cubicBezTo>
                    <a:pt x="3733" y="4072"/>
                    <a:pt x="3733" y="4083"/>
                    <a:pt x="3733" y="4097"/>
                  </a:cubicBezTo>
                  <a:cubicBezTo>
                    <a:pt x="3733" y="4403"/>
                    <a:pt x="3750" y="4614"/>
                    <a:pt x="3784" y="4730"/>
                  </a:cubicBezTo>
                  <a:cubicBezTo>
                    <a:pt x="3800" y="4794"/>
                    <a:pt x="3823" y="4846"/>
                    <a:pt x="3855" y="4902"/>
                  </a:cubicBezTo>
                  <a:cubicBezTo>
                    <a:pt x="3920" y="5015"/>
                    <a:pt x="4000" y="5096"/>
                    <a:pt x="4113" y="5161"/>
                  </a:cubicBezTo>
                  <a:cubicBezTo>
                    <a:pt x="4124" y="5167"/>
                    <a:pt x="4134" y="5173"/>
                    <a:pt x="4146" y="5178"/>
                  </a:cubicBezTo>
                  <a:close/>
                  <a:moveTo>
                    <a:pt x="3009" y="2819"/>
                  </a:moveTo>
                  <a:cubicBezTo>
                    <a:pt x="2778" y="2804"/>
                    <a:pt x="2648" y="2797"/>
                    <a:pt x="2615" y="2797"/>
                  </a:cubicBezTo>
                  <a:cubicBezTo>
                    <a:pt x="1455" y="2797"/>
                    <a:pt x="875" y="3231"/>
                    <a:pt x="875" y="4097"/>
                  </a:cubicBezTo>
                  <a:cubicBezTo>
                    <a:pt x="875" y="4759"/>
                    <a:pt x="1164" y="5090"/>
                    <a:pt x="1741" y="5090"/>
                  </a:cubicBezTo>
                  <a:cubicBezTo>
                    <a:pt x="2298" y="5090"/>
                    <a:pt x="2704" y="4806"/>
                    <a:pt x="2958" y="4238"/>
                  </a:cubicBezTo>
                  <a:lnTo>
                    <a:pt x="3009" y="2819"/>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8" name="Freeform 4">
              <a:extLst>
                <a:ext uri="{FF2B5EF4-FFF2-40B4-BE49-F238E27FC236}">
                  <a16:creationId xmlns:a16="http://schemas.microsoft.com/office/drawing/2014/main" id="{06AF74D8-2F50-B383-7612-6146D7C68454}"/>
                </a:ext>
              </a:extLst>
            </p:cNvPr>
            <p:cNvSpPr>
              <a:spLocks noChangeArrowheads="1"/>
            </p:cNvSpPr>
            <p:nvPr/>
          </p:nvSpPr>
          <p:spPr bwMode="auto">
            <a:xfrm>
              <a:off x="9436715" y="3773288"/>
              <a:ext cx="1681164" cy="2725736"/>
            </a:xfrm>
            <a:custGeom>
              <a:avLst/>
              <a:gdLst>
                <a:gd name="T0" fmla="*/ 2065 w 4671"/>
                <a:gd name="T1" fmla="*/ 7572 h 7573"/>
                <a:gd name="T2" fmla="*/ 0 w 4671"/>
                <a:gd name="T3" fmla="*/ 6185 h 7573"/>
                <a:gd name="T4" fmla="*/ 101 w 4671"/>
                <a:gd name="T5" fmla="*/ 5606 h 7573"/>
                <a:gd name="T6" fmla="*/ 926 w 4671"/>
                <a:gd name="T7" fmla="*/ 5530 h 7573"/>
                <a:gd name="T8" fmla="*/ 886 w 4671"/>
                <a:gd name="T9" fmla="*/ 5617 h 7573"/>
                <a:gd name="T10" fmla="*/ 785 w 4671"/>
                <a:gd name="T11" fmla="*/ 6021 h 7573"/>
                <a:gd name="T12" fmla="*/ 2093 w 4671"/>
                <a:gd name="T13" fmla="*/ 6906 h 7573"/>
                <a:gd name="T14" fmla="*/ 3311 w 4671"/>
                <a:gd name="T15" fmla="*/ 5956 h 7573"/>
                <a:gd name="T16" fmla="*/ 2909 w 4671"/>
                <a:gd name="T17" fmla="*/ 5224 h 7573"/>
                <a:gd name="T18" fmla="*/ 2053 w 4671"/>
                <a:gd name="T19" fmla="*/ 5093 h 7573"/>
                <a:gd name="T20" fmla="*/ 1278 w 4671"/>
                <a:gd name="T21" fmla="*/ 5093 h 7573"/>
                <a:gd name="T22" fmla="*/ 332 w 4671"/>
                <a:gd name="T23" fmla="*/ 4311 h 7573"/>
                <a:gd name="T24" fmla="*/ 1178 w 4671"/>
                <a:gd name="T25" fmla="*/ 3410 h 7573"/>
                <a:gd name="T26" fmla="*/ 1239 w 4671"/>
                <a:gd name="T27" fmla="*/ 3389 h 7573"/>
                <a:gd name="T28" fmla="*/ 945 w 4671"/>
                <a:gd name="T29" fmla="*/ 3255 h 7573"/>
                <a:gd name="T30" fmla="*/ 427 w 4671"/>
                <a:gd name="T31" fmla="*/ 2791 h 7573"/>
                <a:gd name="T32" fmla="*/ 320 w 4671"/>
                <a:gd name="T33" fmla="*/ 2630 h 7573"/>
                <a:gd name="T34" fmla="*/ 110 w 4671"/>
                <a:gd name="T35" fmla="*/ 1845 h 7573"/>
                <a:gd name="T36" fmla="*/ 110 w 4671"/>
                <a:gd name="T37" fmla="*/ 1824 h 7573"/>
                <a:gd name="T38" fmla="*/ 654 w 4671"/>
                <a:gd name="T39" fmla="*/ 478 h 7573"/>
                <a:gd name="T40" fmla="*/ 1962 w 4671"/>
                <a:gd name="T41" fmla="*/ 0 h 7573"/>
                <a:gd name="T42" fmla="*/ 1975 w 4671"/>
                <a:gd name="T43" fmla="*/ 0 h 7573"/>
                <a:gd name="T44" fmla="*/ 2686 w 4671"/>
                <a:gd name="T45" fmla="*/ 116 h 7573"/>
                <a:gd name="T46" fmla="*/ 3029 w 4671"/>
                <a:gd name="T47" fmla="*/ 232 h 7573"/>
                <a:gd name="T48" fmla="*/ 3459 w 4671"/>
                <a:gd name="T49" fmla="*/ 296 h 7573"/>
                <a:gd name="T50" fmla="*/ 3491 w 4671"/>
                <a:gd name="T51" fmla="*/ 296 h 7573"/>
                <a:gd name="T52" fmla="*/ 4186 w 4671"/>
                <a:gd name="T53" fmla="*/ 55 h 7573"/>
                <a:gd name="T54" fmla="*/ 4670 w 4671"/>
                <a:gd name="T55" fmla="*/ 580 h 7573"/>
                <a:gd name="T56" fmla="*/ 3823 w 4671"/>
                <a:gd name="T57" fmla="*/ 907 h 7573"/>
                <a:gd name="T58" fmla="*/ 3817 w 4671"/>
                <a:gd name="T59" fmla="*/ 907 h 7573"/>
                <a:gd name="T60" fmla="*/ 3481 w 4671"/>
                <a:gd name="T61" fmla="*/ 842 h 7573"/>
                <a:gd name="T62" fmla="*/ 3580 w 4671"/>
                <a:gd name="T63" fmla="*/ 993 h 7573"/>
                <a:gd name="T64" fmla="*/ 3783 w 4671"/>
                <a:gd name="T65" fmla="*/ 1748 h 7573"/>
                <a:gd name="T66" fmla="*/ 3783 w 4671"/>
                <a:gd name="T67" fmla="*/ 1771 h 7573"/>
                <a:gd name="T68" fmla="*/ 3338 w 4671"/>
                <a:gd name="T69" fmla="*/ 3017 h 7573"/>
                <a:gd name="T70" fmla="*/ 2207 w 4671"/>
                <a:gd name="T71" fmla="*/ 3508 h 7573"/>
                <a:gd name="T72" fmla="*/ 2096 w 4671"/>
                <a:gd name="T73" fmla="*/ 3508 h 7573"/>
                <a:gd name="T74" fmla="*/ 1985 w 4671"/>
                <a:gd name="T75" fmla="*/ 3553 h 7573"/>
                <a:gd name="T76" fmla="*/ 1187 w 4671"/>
                <a:gd name="T77" fmla="*/ 4142 h 7573"/>
                <a:gd name="T78" fmla="*/ 1591 w 4671"/>
                <a:gd name="T79" fmla="*/ 4404 h 7573"/>
                <a:gd name="T80" fmla="*/ 2399 w 4671"/>
                <a:gd name="T81" fmla="*/ 4404 h 7573"/>
                <a:gd name="T82" fmla="*/ 3610 w 4671"/>
                <a:gd name="T83" fmla="*/ 4710 h 7573"/>
                <a:gd name="T84" fmla="*/ 4166 w 4671"/>
                <a:gd name="T85" fmla="*/ 5858 h 7573"/>
                <a:gd name="T86" fmla="*/ 2264 w 4671"/>
                <a:gd name="T87" fmla="*/ 7572 h 7573"/>
                <a:gd name="T88" fmla="*/ 2065 w 4671"/>
                <a:gd name="T89" fmla="*/ 7572 h 7573"/>
                <a:gd name="T90" fmla="*/ 2868 w 4671"/>
                <a:gd name="T91" fmla="*/ 1793 h 7573"/>
                <a:gd name="T92" fmla="*/ 1942 w 4671"/>
                <a:gd name="T93" fmla="*/ 733 h 7573"/>
                <a:gd name="T94" fmla="*/ 997 w 4671"/>
                <a:gd name="T95" fmla="*/ 1826 h 7573"/>
                <a:gd name="T96" fmla="*/ 1963 w 4671"/>
                <a:gd name="T97" fmla="*/ 2875 h 7573"/>
                <a:gd name="T98" fmla="*/ 2867 w 4671"/>
                <a:gd name="T99" fmla="*/ 1793 h 7573"/>
                <a:gd name="T100" fmla="*/ 2868 w 4671"/>
                <a:gd name="T101" fmla="*/ 1793 h 7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71" h="7573">
                  <a:moveTo>
                    <a:pt x="2065" y="7572"/>
                  </a:moveTo>
                  <a:cubicBezTo>
                    <a:pt x="689" y="7549"/>
                    <a:pt x="0" y="7088"/>
                    <a:pt x="0" y="6185"/>
                  </a:cubicBezTo>
                  <a:cubicBezTo>
                    <a:pt x="4" y="5978"/>
                    <a:pt x="35" y="5803"/>
                    <a:pt x="101" y="5606"/>
                  </a:cubicBezTo>
                  <a:lnTo>
                    <a:pt x="926" y="5530"/>
                  </a:lnTo>
                  <a:lnTo>
                    <a:pt x="886" y="5617"/>
                  </a:lnTo>
                  <a:cubicBezTo>
                    <a:pt x="820" y="5749"/>
                    <a:pt x="789" y="5874"/>
                    <a:pt x="785" y="6021"/>
                  </a:cubicBezTo>
                  <a:cubicBezTo>
                    <a:pt x="785" y="6612"/>
                    <a:pt x="1221" y="6907"/>
                    <a:pt x="2093" y="6906"/>
                  </a:cubicBezTo>
                  <a:cubicBezTo>
                    <a:pt x="2905" y="6906"/>
                    <a:pt x="3311" y="6589"/>
                    <a:pt x="3311" y="5956"/>
                  </a:cubicBezTo>
                  <a:cubicBezTo>
                    <a:pt x="3311" y="5592"/>
                    <a:pt x="3177" y="5347"/>
                    <a:pt x="2909" y="5224"/>
                  </a:cubicBezTo>
                  <a:cubicBezTo>
                    <a:pt x="2727" y="5136"/>
                    <a:pt x="2442" y="5093"/>
                    <a:pt x="2053" y="5093"/>
                  </a:cubicBezTo>
                  <a:lnTo>
                    <a:pt x="1278" y="5093"/>
                  </a:lnTo>
                  <a:cubicBezTo>
                    <a:pt x="647" y="5093"/>
                    <a:pt x="331" y="4832"/>
                    <a:pt x="332" y="4311"/>
                  </a:cubicBezTo>
                  <a:cubicBezTo>
                    <a:pt x="332" y="3913"/>
                    <a:pt x="614" y="3613"/>
                    <a:pt x="1178" y="3410"/>
                  </a:cubicBezTo>
                  <a:lnTo>
                    <a:pt x="1239" y="3389"/>
                  </a:lnTo>
                  <a:cubicBezTo>
                    <a:pt x="1131" y="3352"/>
                    <a:pt x="1043" y="3311"/>
                    <a:pt x="945" y="3255"/>
                  </a:cubicBezTo>
                  <a:cubicBezTo>
                    <a:pt x="732" y="3131"/>
                    <a:pt x="573" y="2989"/>
                    <a:pt x="427" y="2791"/>
                  </a:cubicBezTo>
                  <a:cubicBezTo>
                    <a:pt x="386" y="2737"/>
                    <a:pt x="354" y="2689"/>
                    <a:pt x="320" y="2630"/>
                  </a:cubicBezTo>
                  <a:cubicBezTo>
                    <a:pt x="176" y="2380"/>
                    <a:pt x="110" y="2134"/>
                    <a:pt x="110" y="1845"/>
                  </a:cubicBezTo>
                  <a:lnTo>
                    <a:pt x="110" y="1824"/>
                  </a:lnTo>
                  <a:cubicBezTo>
                    <a:pt x="110" y="1260"/>
                    <a:pt x="291" y="811"/>
                    <a:pt x="654" y="478"/>
                  </a:cubicBezTo>
                  <a:cubicBezTo>
                    <a:pt x="996" y="160"/>
                    <a:pt x="1432" y="1"/>
                    <a:pt x="1962" y="0"/>
                  </a:cubicBezTo>
                  <a:lnTo>
                    <a:pt x="1975" y="0"/>
                  </a:lnTo>
                  <a:cubicBezTo>
                    <a:pt x="2229" y="0"/>
                    <a:pt x="2445" y="36"/>
                    <a:pt x="2686" y="116"/>
                  </a:cubicBezTo>
                  <a:lnTo>
                    <a:pt x="3029" y="232"/>
                  </a:lnTo>
                  <a:cubicBezTo>
                    <a:pt x="3175" y="277"/>
                    <a:pt x="3305" y="296"/>
                    <a:pt x="3459" y="296"/>
                  </a:cubicBezTo>
                  <a:lnTo>
                    <a:pt x="3491" y="296"/>
                  </a:lnTo>
                  <a:cubicBezTo>
                    <a:pt x="3733" y="296"/>
                    <a:pt x="3964" y="215"/>
                    <a:pt x="4186" y="55"/>
                  </a:cubicBezTo>
                  <a:lnTo>
                    <a:pt x="4670" y="580"/>
                  </a:lnTo>
                  <a:cubicBezTo>
                    <a:pt x="4387" y="798"/>
                    <a:pt x="4105" y="907"/>
                    <a:pt x="3823" y="907"/>
                  </a:cubicBezTo>
                  <a:lnTo>
                    <a:pt x="3817" y="907"/>
                  </a:lnTo>
                  <a:cubicBezTo>
                    <a:pt x="3696" y="907"/>
                    <a:pt x="3593" y="887"/>
                    <a:pt x="3481" y="842"/>
                  </a:cubicBezTo>
                  <a:cubicBezTo>
                    <a:pt x="3519" y="893"/>
                    <a:pt x="3549" y="938"/>
                    <a:pt x="3580" y="993"/>
                  </a:cubicBezTo>
                  <a:cubicBezTo>
                    <a:pt x="3719" y="1234"/>
                    <a:pt x="3783" y="1470"/>
                    <a:pt x="3783" y="1748"/>
                  </a:cubicBezTo>
                  <a:lnTo>
                    <a:pt x="3783" y="1771"/>
                  </a:lnTo>
                  <a:cubicBezTo>
                    <a:pt x="3783" y="2273"/>
                    <a:pt x="3634" y="2689"/>
                    <a:pt x="3338" y="3017"/>
                  </a:cubicBezTo>
                  <a:cubicBezTo>
                    <a:pt x="3042" y="3344"/>
                    <a:pt x="2665" y="3508"/>
                    <a:pt x="2207" y="3508"/>
                  </a:cubicBezTo>
                  <a:lnTo>
                    <a:pt x="2096" y="3508"/>
                  </a:lnTo>
                  <a:lnTo>
                    <a:pt x="1985" y="3553"/>
                  </a:lnTo>
                  <a:cubicBezTo>
                    <a:pt x="1453" y="3763"/>
                    <a:pt x="1187" y="3960"/>
                    <a:pt x="1187" y="4142"/>
                  </a:cubicBezTo>
                  <a:cubicBezTo>
                    <a:pt x="1187" y="4317"/>
                    <a:pt x="1322" y="4404"/>
                    <a:pt x="1591" y="4404"/>
                  </a:cubicBezTo>
                  <a:lnTo>
                    <a:pt x="2399" y="4404"/>
                  </a:lnTo>
                  <a:cubicBezTo>
                    <a:pt x="2937" y="4404"/>
                    <a:pt x="3341" y="4506"/>
                    <a:pt x="3610" y="4710"/>
                  </a:cubicBezTo>
                  <a:cubicBezTo>
                    <a:pt x="3980" y="4987"/>
                    <a:pt x="4166" y="5370"/>
                    <a:pt x="4166" y="5858"/>
                  </a:cubicBezTo>
                  <a:cubicBezTo>
                    <a:pt x="4166" y="6975"/>
                    <a:pt x="3531" y="7546"/>
                    <a:pt x="2264" y="7572"/>
                  </a:cubicBezTo>
                  <a:lnTo>
                    <a:pt x="2065" y="7572"/>
                  </a:lnTo>
                  <a:close/>
                  <a:moveTo>
                    <a:pt x="2868" y="1793"/>
                  </a:moveTo>
                  <a:cubicBezTo>
                    <a:pt x="2868" y="1086"/>
                    <a:pt x="2560" y="733"/>
                    <a:pt x="1942" y="733"/>
                  </a:cubicBezTo>
                  <a:cubicBezTo>
                    <a:pt x="1312" y="733"/>
                    <a:pt x="997" y="1097"/>
                    <a:pt x="997" y="1826"/>
                  </a:cubicBezTo>
                  <a:cubicBezTo>
                    <a:pt x="997" y="2525"/>
                    <a:pt x="1319" y="2875"/>
                    <a:pt x="1963" y="2875"/>
                  </a:cubicBezTo>
                  <a:cubicBezTo>
                    <a:pt x="2566" y="2875"/>
                    <a:pt x="2867" y="2515"/>
                    <a:pt x="2867" y="1793"/>
                  </a:cubicBezTo>
                  <a:lnTo>
                    <a:pt x="2868" y="1793"/>
                  </a:ln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sp>
          <p:nvSpPr>
            <p:cNvPr id="9" name="Freeform 5">
              <a:extLst>
                <a:ext uri="{FF2B5EF4-FFF2-40B4-BE49-F238E27FC236}">
                  <a16:creationId xmlns:a16="http://schemas.microsoft.com/office/drawing/2014/main" id="{989EF2FB-587A-B1C4-B556-A4B69CD5BAAB}"/>
                </a:ext>
              </a:extLst>
            </p:cNvPr>
            <p:cNvSpPr>
              <a:spLocks noChangeArrowheads="1"/>
            </p:cNvSpPr>
            <p:nvPr/>
          </p:nvSpPr>
          <p:spPr bwMode="auto">
            <a:xfrm>
              <a:off x="11148031" y="3741541"/>
              <a:ext cx="314325" cy="341313"/>
            </a:xfrm>
            <a:custGeom>
              <a:avLst/>
              <a:gdLst>
                <a:gd name="T0" fmla="*/ 647 w 875"/>
                <a:gd name="T1" fmla="*/ 54 h 949"/>
                <a:gd name="T2" fmla="*/ 810 w 875"/>
                <a:gd name="T3" fmla="*/ 220 h 949"/>
                <a:gd name="T4" fmla="*/ 874 w 875"/>
                <a:gd name="T5" fmla="*/ 474 h 949"/>
                <a:gd name="T6" fmla="*/ 810 w 875"/>
                <a:gd name="T7" fmla="*/ 726 h 949"/>
                <a:gd name="T8" fmla="*/ 646 w 875"/>
                <a:gd name="T9" fmla="*/ 892 h 949"/>
                <a:gd name="T10" fmla="*/ 227 w 875"/>
                <a:gd name="T11" fmla="*/ 892 h 949"/>
                <a:gd name="T12" fmla="*/ 64 w 875"/>
                <a:gd name="T13" fmla="*/ 726 h 949"/>
                <a:gd name="T14" fmla="*/ 0 w 875"/>
                <a:gd name="T15" fmla="*/ 472 h 949"/>
                <a:gd name="T16" fmla="*/ 64 w 875"/>
                <a:gd name="T17" fmla="*/ 220 h 949"/>
                <a:gd name="T18" fmla="*/ 227 w 875"/>
                <a:gd name="T19" fmla="*/ 54 h 949"/>
                <a:gd name="T20" fmla="*/ 480 w 875"/>
                <a:gd name="T21" fmla="*/ 0 h 949"/>
                <a:gd name="T22" fmla="*/ 740 w 875"/>
                <a:gd name="T23" fmla="*/ 251 h 949"/>
                <a:gd name="T24" fmla="*/ 606 w 875"/>
                <a:gd name="T25" fmla="*/ 114 h 949"/>
                <a:gd name="T26" fmla="*/ 268 w 875"/>
                <a:gd name="T27" fmla="*/ 114 h 949"/>
                <a:gd name="T28" fmla="*/ 134 w 875"/>
                <a:gd name="T29" fmla="*/ 251 h 949"/>
                <a:gd name="T30" fmla="*/ 78 w 875"/>
                <a:gd name="T31" fmla="*/ 474 h 949"/>
                <a:gd name="T32" fmla="*/ 134 w 875"/>
                <a:gd name="T33" fmla="*/ 698 h 949"/>
                <a:gd name="T34" fmla="*/ 268 w 875"/>
                <a:gd name="T35" fmla="*/ 836 h 949"/>
                <a:gd name="T36" fmla="*/ 437 w 875"/>
                <a:gd name="T37" fmla="*/ 880 h 949"/>
                <a:gd name="T38" fmla="*/ 606 w 875"/>
                <a:gd name="T39" fmla="*/ 836 h 949"/>
                <a:gd name="T40" fmla="*/ 740 w 875"/>
                <a:gd name="T41" fmla="*/ 697 h 949"/>
                <a:gd name="T42" fmla="*/ 796 w 875"/>
                <a:gd name="T43" fmla="*/ 474 h 949"/>
                <a:gd name="T44" fmla="*/ 653 w 875"/>
                <a:gd name="T45" fmla="*/ 751 h 949"/>
                <a:gd name="T46" fmla="*/ 432 w 875"/>
                <a:gd name="T47" fmla="*/ 513 h 949"/>
                <a:gd name="T48" fmla="*/ 347 w 875"/>
                <a:gd name="T49" fmla="*/ 751 h 949"/>
                <a:gd name="T50" fmla="*/ 270 w 875"/>
                <a:gd name="T51" fmla="*/ 196 h 949"/>
                <a:gd name="T52" fmla="*/ 641 w 875"/>
                <a:gd name="T53" fmla="*/ 354 h 949"/>
                <a:gd name="T54" fmla="*/ 653 w 875"/>
                <a:gd name="T55" fmla="*/ 751 h 949"/>
                <a:gd name="T56" fmla="*/ 349 w 875"/>
                <a:gd name="T57" fmla="*/ 266 h 949"/>
                <a:gd name="T58" fmla="*/ 428 w 875"/>
                <a:gd name="T59" fmla="*/ 445 h 949"/>
                <a:gd name="T60" fmla="*/ 522 w 875"/>
                <a:gd name="T61" fmla="*/ 432 h 949"/>
                <a:gd name="T62" fmla="*/ 554 w 875"/>
                <a:gd name="T63" fmla="*/ 401 h 949"/>
                <a:gd name="T64" fmla="*/ 564 w 875"/>
                <a:gd name="T65" fmla="*/ 351 h 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5" h="949">
                  <a:moveTo>
                    <a:pt x="480" y="0"/>
                  </a:moveTo>
                  <a:cubicBezTo>
                    <a:pt x="539" y="6"/>
                    <a:pt x="593" y="23"/>
                    <a:pt x="647" y="54"/>
                  </a:cubicBezTo>
                  <a:cubicBezTo>
                    <a:pt x="686" y="77"/>
                    <a:pt x="717" y="102"/>
                    <a:pt x="747" y="135"/>
                  </a:cubicBezTo>
                  <a:cubicBezTo>
                    <a:pt x="773" y="163"/>
                    <a:pt x="791" y="188"/>
                    <a:pt x="810" y="220"/>
                  </a:cubicBezTo>
                  <a:cubicBezTo>
                    <a:pt x="854" y="297"/>
                    <a:pt x="874" y="372"/>
                    <a:pt x="874" y="460"/>
                  </a:cubicBezTo>
                  <a:lnTo>
                    <a:pt x="874" y="474"/>
                  </a:lnTo>
                  <a:lnTo>
                    <a:pt x="874" y="486"/>
                  </a:lnTo>
                  <a:cubicBezTo>
                    <a:pt x="874" y="574"/>
                    <a:pt x="854" y="649"/>
                    <a:pt x="810" y="726"/>
                  </a:cubicBezTo>
                  <a:cubicBezTo>
                    <a:pt x="791" y="758"/>
                    <a:pt x="773" y="784"/>
                    <a:pt x="747" y="811"/>
                  </a:cubicBezTo>
                  <a:cubicBezTo>
                    <a:pt x="717" y="845"/>
                    <a:pt x="686" y="869"/>
                    <a:pt x="646" y="892"/>
                  </a:cubicBezTo>
                  <a:cubicBezTo>
                    <a:pt x="580" y="931"/>
                    <a:pt x="514" y="948"/>
                    <a:pt x="437" y="948"/>
                  </a:cubicBezTo>
                  <a:cubicBezTo>
                    <a:pt x="360" y="948"/>
                    <a:pt x="294" y="931"/>
                    <a:pt x="227" y="892"/>
                  </a:cubicBezTo>
                  <a:cubicBezTo>
                    <a:pt x="188" y="869"/>
                    <a:pt x="157" y="845"/>
                    <a:pt x="126" y="811"/>
                  </a:cubicBezTo>
                  <a:cubicBezTo>
                    <a:pt x="101" y="784"/>
                    <a:pt x="83" y="758"/>
                    <a:pt x="64" y="726"/>
                  </a:cubicBezTo>
                  <a:cubicBezTo>
                    <a:pt x="20" y="650"/>
                    <a:pt x="0" y="575"/>
                    <a:pt x="0" y="487"/>
                  </a:cubicBezTo>
                  <a:lnTo>
                    <a:pt x="0" y="472"/>
                  </a:lnTo>
                  <a:lnTo>
                    <a:pt x="0" y="460"/>
                  </a:lnTo>
                  <a:cubicBezTo>
                    <a:pt x="0" y="371"/>
                    <a:pt x="20" y="296"/>
                    <a:pt x="64" y="220"/>
                  </a:cubicBezTo>
                  <a:cubicBezTo>
                    <a:pt x="83" y="188"/>
                    <a:pt x="101" y="162"/>
                    <a:pt x="126" y="135"/>
                  </a:cubicBezTo>
                  <a:cubicBezTo>
                    <a:pt x="157" y="102"/>
                    <a:pt x="187" y="77"/>
                    <a:pt x="227" y="54"/>
                  </a:cubicBezTo>
                  <a:cubicBezTo>
                    <a:pt x="281" y="23"/>
                    <a:pt x="335" y="6"/>
                    <a:pt x="394" y="0"/>
                  </a:cubicBezTo>
                  <a:lnTo>
                    <a:pt x="480" y="0"/>
                  </a:lnTo>
                  <a:close/>
                  <a:moveTo>
                    <a:pt x="797" y="463"/>
                  </a:moveTo>
                  <a:cubicBezTo>
                    <a:pt x="797" y="385"/>
                    <a:pt x="779" y="319"/>
                    <a:pt x="740" y="251"/>
                  </a:cubicBezTo>
                  <a:cubicBezTo>
                    <a:pt x="726" y="228"/>
                    <a:pt x="713" y="209"/>
                    <a:pt x="696" y="189"/>
                  </a:cubicBezTo>
                  <a:cubicBezTo>
                    <a:pt x="669" y="157"/>
                    <a:pt x="642" y="135"/>
                    <a:pt x="606" y="114"/>
                  </a:cubicBezTo>
                  <a:cubicBezTo>
                    <a:pt x="552" y="83"/>
                    <a:pt x="499" y="69"/>
                    <a:pt x="437" y="69"/>
                  </a:cubicBezTo>
                  <a:cubicBezTo>
                    <a:pt x="375" y="69"/>
                    <a:pt x="322" y="83"/>
                    <a:pt x="268" y="114"/>
                  </a:cubicBezTo>
                  <a:cubicBezTo>
                    <a:pt x="233" y="134"/>
                    <a:pt x="206" y="156"/>
                    <a:pt x="180" y="187"/>
                  </a:cubicBezTo>
                  <a:cubicBezTo>
                    <a:pt x="162" y="208"/>
                    <a:pt x="148" y="227"/>
                    <a:pt x="134" y="251"/>
                  </a:cubicBezTo>
                  <a:cubicBezTo>
                    <a:pt x="96" y="319"/>
                    <a:pt x="78" y="385"/>
                    <a:pt x="78" y="463"/>
                  </a:cubicBezTo>
                  <a:lnTo>
                    <a:pt x="78" y="474"/>
                  </a:lnTo>
                  <a:lnTo>
                    <a:pt x="78" y="486"/>
                  </a:lnTo>
                  <a:cubicBezTo>
                    <a:pt x="78" y="564"/>
                    <a:pt x="96" y="630"/>
                    <a:pt x="134" y="698"/>
                  </a:cubicBezTo>
                  <a:cubicBezTo>
                    <a:pt x="148" y="722"/>
                    <a:pt x="162" y="741"/>
                    <a:pt x="180" y="762"/>
                  </a:cubicBezTo>
                  <a:cubicBezTo>
                    <a:pt x="206" y="793"/>
                    <a:pt x="233" y="816"/>
                    <a:pt x="268" y="836"/>
                  </a:cubicBezTo>
                  <a:cubicBezTo>
                    <a:pt x="320" y="866"/>
                    <a:pt x="371" y="880"/>
                    <a:pt x="431" y="880"/>
                  </a:cubicBezTo>
                  <a:lnTo>
                    <a:pt x="437" y="880"/>
                  </a:lnTo>
                  <a:lnTo>
                    <a:pt x="441" y="880"/>
                  </a:lnTo>
                  <a:cubicBezTo>
                    <a:pt x="502" y="880"/>
                    <a:pt x="554" y="866"/>
                    <a:pt x="606" y="836"/>
                  </a:cubicBezTo>
                  <a:cubicBezTo>
                    <a:pt x="642" y="815"/>
                    <a:pt x="669" y="792"/>
                    <a:pt x="696" y="760"/>
                  </a:cubicBezTo>
                  <a:cubicBezTo>
                    <a:pt x="713" y="739"/>
                    <a:pt x="726" y="721"/>
                    <a:pt x="740" y="697"/>
                  </a:cubicBezTo>
                  <a:cubicBezTo>
                    <a:pt x="779" y="630"/>
                    <a:pt x="797" y="564"/>
                    <a:pt x="797" y="486"/>
                  </a:cubicBezTo>
                  <a:cubicBezTo>
                    <a:pt x="797" y="482"/>
                    <a:pt x="797" y="478"/>
                    <a:pt x="796" y="474"/>
                  </a:cubicBezTo>
                  <a:cubicBezTo>
                    <a:pt x="797" y="470"/>
                    <a:pt x="797" y="467"/>
                    <a:pt x="797" y="463"/>
                  </a:cubicBezTo>
                  <a:close/>
                  <a:moveTo>
                    <a:pt x="653" y="751"/>
                  </a:moveTo>
                  <a:lnTo>
                    <a:pt x="571" y="751"/>
                  </a:lnTo>
                  <a:lnTo>
                    <a:pt x="432" y="513"/>
                  </a:lnTo>
                  <a:lnTo>
                    <a:pt x="347" y="513"/>
                  </a:lnTo>
                  <a:lnTo>
                    <a:pt x="347" y="751"/>
                  </a:lnTo>
                  <a:lnTo>
                    <a:pt x="270" y="751"/>
                  </a:lnTo>
                  <a:lnTo>
                    <a:pt x="270" y="196"/>
                  </a:lnTo>
                  <a:lnTo>
                    <a:pt x="462" y="196"/>
                  </a:lnTo>
                  <a:cubicBezTo>
                    <a:pt x="581" y="196"/>
                    <a:pt x="640" y="249"/>
                    <a:pt x="641" y="354"/>
                  </a:cubicBezTo>
                  <a:cubicBezTo>
                    <a:pt x="641" y="445"/>
                    <a:pt x="596" y="496"/>
                    <a:pt x="506" y="506"/>
                  </a:cubicBezTo>
                  <a:lnTo>
                    <a:pt x="653" y="751"/>
                  </a:lnTo>
                  <a:close/>
                  <a:moveTo>
                    <a:pt x="451" y="266"/>
                  </a:moveTo>
                  <a:lnTo>
                    <a:pt x="349" y="266"/>
                  </a:lnTo>
                  <a:lnTo>
                    <a:pt x="349" y="445"/>
                  </a:lnTo>
                  <a:lnTo>
                    <a:pt x="428" y="445"/>
                  </a:lnTo>
                  <a:lnTo>
                    <a:pt x="444" y="445"/>
                  </a:lnTo>
                  <a:cubicBezTo>
                    <a:pt x="472" y="445"/>
                    <a:pt x="496" y="441"/>
                    <a:pt x="522" y="432"/>
                  </a:cubicBezTo>
                  <a:cubicBezTo>
                    <a:pt x="523" y="431"/>
                    <a:pt x="524" y="431"/>
                    <a:pt x="524" y="431"/>
                  </a:cubicBezTo>
                  <a:cubicBezTo>
                    <a:pt x="537" y="423"/>
                    <a:pt x="547" y="413"/>
                    <a:pt x="554" y="401"/>
                  </a:cubicBezTo>
                  <a:cubicBezTo>
                    <a:pt x="562" y="388"/>
                    <a:pt x="564" y="376"/>
                    <a:pt x="564" y="361"/>
                  </a:cubicBezTo>
                  <a:lnTo>
                    <a:pt x="564" y="351"/>
                  </a:lnTo>
                  <a:cubicBezTo>
                    <a:pt x="564" y="294"/>
                    <a:pt x="526" y="266"/>
                    <a:pt x="451" y="266"/>
                  </a:cubicBezTo>
                  <a:close/>
                </a:path>
              </a:pathLst>
            </a:custGeom>
            <a:grpFill/>
            <a:ln>
              <a:noFill/>
            </a:ln>
            <a:effectLst/>
          </p:spPr>
          <p:txBody>
            <a:bodyPr wrap="none" anchor="ctr"/>
            <a:lstStyle/>
            <a:p>
              <a:pPr eaLnBrk="1" fontAlgn="auto" hangingPunct="1">
                <a:spcBef>
                  <a:spcPts val="0"/>
                </a:spcBef>
                <a:spcAft>
                  <a:spcPts val="0"/>
                </a:spcAft>
                <a:defRPr/>
              </a:pPr>
              <a:endParaRPr lang="en-US">
                <a:latin typeface="Microsoft Sans Serif" panose="020B0604020202020204" pitchFamily="34" charset="0"/>
                <a:cs typeface="Microsoft Sans Serif" panose="020B0604020202020204" pitchFamily="34" charset="0"/>
              </a:endParaRPr>
            </a:p>
          </p:txBody>
        </p:sp>
      </p:grpSp>
      <p:sp>
        <p:nvSpPr>
          <p:cNvPr id="13" name="Text Placeholder 12">
            <a:extLst>
              <a:ext uri="{FF2B5EF4-FFF2-40B4-BE49-F238E27FC236}">
                <a16:creationId xmlns:a16="http://schemas.microsoft.com/office/drawing/2014/main" id="{65772D44-40FE-5E2E-8A30-C149E9756618}"/>
              </a:ext>
            </a:extLst>
          </p:cNvPr>
          <p:cNvSpPr>
            <a:spLocks noGrp="1"/>
          </p:cNvSpPr>
          <p:nvPr>
            <p:ph type="body" sz="quarter" idx="11" hasCustomPrompt="1"/>
          </p:nvPr>
        </p:nvSpPr>
        <p:spPr>
          <a:xfrm>
            <a:off x="288000" y="423825"/>
            <a:ext cx="4884157" cy="489420"/>
          </a:xfrm>
        </p:spPr>
        <p:txBody>
          <a:bodyPr anchor="ctr">
            <a:normAutofit/>
          </a:bodyPr>
          <a:lstStyle>
            <a:lvl1pPr marL="0" indent="0">
              <a:buNone/>
              <a:defRPr sz="2400">
                <a:solidFill>
                  <a:schemeClr val="accent4"/>
                </a:solidFill>
              </a:defRPr>
            </a:lvl1pPr>
          </a:lstStyle>
          <a:p>
            <a:pPr lvl="0"/>
            <a:r>
              <a:rPr lang="en-GB"/>
              <a:t>Title Goes Here</a:t>
            </a:r>
            <a:endParaRPr lang="en-US"/>
          </a:p>
        </p:txBody>
      </p:sp>
      <p:sp>
        <p:nvSpPr>
          <p:cNvPr id="2" name="Google Shape;250;p29">
            <a:extLst>
              <a:ext uri="{FF2B5EF4-FFF2-40B4-BE49-F238E27FC236}">
                <a16:creationId xmlns:a16="http://schemas.microsoft.com/office/drawing/2014/main" id="{5D78F4AC-E227-463F-5708-6362C55E8515}"/>
              </a:ext>
            </a:extLst>
          </p:cNvPr>
          <p:cNvSpPr/>
          <p:nvPr userDrawn="1"/>
        </p:nvSpPr>
        <p:spPr>
          <a:xfrm>
            <a:off x="7652082" y="1345657"/>
            <a:ext cx="2738067" cy="1828800"/>
          </a:xfrm>
          <a:prstGeom prst="rect">
            <a:avLst/>
          </a:prstGeom>
          <a:solidFill>
            <a:schemeClr val="dk2">
              <a:alpha val="60000"/>
            </a:schemeClr>
          </a:solidFill>
          <a:ln w="38100" cap="flat" cmpd="sng">
            <a:solidFill>
              <a:schemeClr val="accent3"/>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a:solidFill>
                <a:schemeClr val="lt1"/>
              </a:solidFill>
              <a:latin typeface="Helvetica" pitchFamily="2" charset="0"/>
              <a:ea typeface="Calibri"/>
              <a:cs typeface="Calibri"/>
              <a:sym typeface="Calibri"/>
            </a:endParaRPr>
          </a:p>
        </p:txBody>
      </p:sp>
      <p:sp>
        <p:nvSpPr>
          <p:cNvPr id="10" name="Google Shape;248;p29">
            <a:extLst>
              <a:ext uri="{FF2B5EF4-FFF2-40B4-BE49-F238E27FC236}">
                <a16:creationId xmlns:a16="http://schemas.microsoft.com/office/drawing/2014/main" id="{6DBD4DF1-3EA9-ABC1-5455-526A04645834}"/>
              </a:ext>
            </a:extLst>
          </p:cNvPr>
          <p:cNvSpPr/>
          <p:nvPr userDrawn="1"/>
        </p:nvSpPr>
        <p:spPr>
          <a:xfrm>
            <a:off x="4277022" y="1345657"/>
            <a:ext cx="2738067" cy="1828800"/>
          </a:xfrm>
          <a:prstGeom prst="rect">
            <a:avLst/>
          </a:prstGeom>
          <a:solidFill>
            <a:schemeClr val="dk2">
              <a:alpha val="60000"/>
            </a:schemeClr>
          </a:solidFill>
          <a:ln w="38100" cap="flat" cmpd="sng">
            <a:solidFill>
              <a:schemeClr val="accent3"/>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u="sng">
              <a:solidFill>
                <a:schemeClr val="lt1"/>
              </a:solidFill>
              <a:latin typeface="Helvetica" pitchFamily="2" charset="0"/>
              <a:ea typeface="Calibri"/>
              <a:cs typeface="Calibri"/>
              <a:sym typeface="Calibri"/>
            </a:endParaRPr>
          </a:p>
        </p:txBody>
      </p:sp>
      <p:sp>
        <p:nvSpPr>
          <p:cNvPr id="22" name="Google Shape;249;p29">
            <a:extLst>
              <a:ext uri="{FF2B5EF4-FFF2-40B4-BE49-F238E27FC236}">
                <a16:creationId xmlns:a16="http://schemas.microsoft.com/office/drawing/2014/main" id="{85994C3D-7DBA-CDEF-FE1A-B149384ACC5F}"/>
              </a:ext>
            </a:extLst>
          </p:cNvPr>
          <p:cNvSpPr/>
          <p:nvPr userDrawn="1"/>
        </p:nvSpPr>
        <p:spPr>
          <a:xfrm>
            <a:off x="890056" y="1345657"/>
            <a:ext cx="2738067" cy="1828800"/>
          </a:xfrm>
          <a:prstGeom prst="rect">
            <a:avLst/>
          </a:prstGeom>
          <a:solidFill>
            <a:schemeClr val="dk2">
              <a:alpha val="60000"/>
            </a:schemeClr>
          </a:solidFill>
          <a:ln w="38100" cap="flat" cmpd="sng">
            <a:solidFill>
              <a:schemeClr val="accent3"/>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a:solidFill>
                <a:schemeClr val="lt1"/>
              </a:solidFill>
              <a:latin typeface="Helvetica" pitchFamily="2" charset="0"/>
              <a:ea typeface="Calibri"/>
              <a:cs typeface="Calibri"/>
              <a:sym typeface="Calibri"/>
            </a:endParaRPr>
          </a:p>
        </p:txBody>
      </p:sp>
      <p:sp>
        <p:nvSpPr>
          <p:cNvPr id="39" name="Google Shape;268;p29">
            <a:extLst>
              <a:ext uri="{FF2B5EF4-FFF2-40B4-BE49-F238E27FC236}">
                <a16:creationId xmlns:a16="http://schemas.microsoft.com/office/drawing/2014/main" id="{BD7F9C3A-7D32-2271-1B42-F9B2C05F2CD9}"/>
              </a:ext>
            </a:extLst>
          </p:cNvPr>
          <p:cNvSpPr/>
          <p:nvPr userDrawn="1"/>
        </p:nvSpPr>
        <p:spPr>
          <a:xfrm>
            <a:off x="890056" y="3336909"/>
            <a:ext cx="2738067" cy="1828800"/>
          </a:xfrm>
          <a:prstGeom prst="rect">
            <a:avLst/>
          </a:prstGeom>
          <a:solidFill>
            <a:schemeClr val="dk2">
              <a:alpha val="60000"/>
            </a:schemeClr>
          </a:solidFill>
          <a:ln w="38100" cap="flat" cmpd="sng">
            <a:solidFill>
              <a:schemeClr val="accent3"/>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a:solidFill>
                <a:schemeClr val="lt1"/>
              </a:solidFill>
              <a:latin typeface="Helvetica" pitchFamily="2" charset="0"/>
              <a:ea typeface="Calibri"/>
              <a:cs typeface="Calibri"/>
              <a:sym typeface="Calibri"/>
            </a:endParaRPr>
          </a:p>
        </p:txBody>
      </p:sp>
      <p:sp>
        <p:nvSpPr>
          <p:cNvPr id="42" name="Google Shape;269;p29">
            <a:extLst>
              <a:ext uri="{FF2B5EF4-FFF2-40B4-BE49-F238E27FC236}">
                <a16:creationId xmlns:a16="http://schemas.microsoft.com/office/drawing/2014/main" id="{2039E2A4-1236-E5F9-2E39-053F4B3DE985}"/>
              </a:ext>
            </a:extLst>
          </p:cNvPr>
          <p:cNvSpPr/>
          <p:nvPr userDrawn="1"/>
        </p:nvSpPr>
        <p:spPr>
          <a:xfrm>
            <a:off x="4284904" y="3336909"/>
            <a:ext cx="2738067" cy="1828800"/>
          </a:xfrm>
          <a:prstGeom prst="rect">
            <a:avLst/>
          </a:prstGeom>
          <a:solidFill>
            <a:schemeClr val="dk2">
              <a:alpha val="60000"/>
            </a:schemeClr>
          </a:solidFill>
          <a:ln w="38100" cap="flat" cmpd="sng">
            <a:solidFill>
              <a:schemeClr val="accent3"/>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a:solidFill>
                <a:schemeClr val="lt1"/>
              </a:solidFill>
              <a:latin typeface="Helvetica" pitchFamily="2" charset="0"/>
              <a:ea typeface="Calibri"/>
              <a:cs typeface="Calibri"/>
              <a:sym typeface="Calibri"/>
            </a:endParaRPr>
          </a:p>
        </p:txBody>
      </p:sp>
      <p:sp>
        <p:nvSpPr>
          <p:cNvPr id="43" name="Google Shape;270;p29">
            <a:extLst>
              <a:ext uri="{FF2B5EF4-FFF2-40B4-BE49-F238E27FC236}">
                <a16:creationId xmlns:a16="http://schemas.microsoft.com/office/drawing/2014/main" id="{A1F46993-EF91-7248-A349-214A7FAE1F67}"/>
              </a:ext>
            </a:extLst>
          </p:cNvPr>
          <p:cNvSpPr/>
          <p:nvPr userDrawn="1"/>
        </p:nvSpPr>
        <p:spPr>
          <a:xfrm>
            <a:off x="7667287" y="3336909"/>
            <a:ext cx="2738067" cy="1828800"/>
          </a:xfrm>
          <a:prstGeom prst="rect">
            <a:avLst/>
          </a:prstGeom>
          <a:solidFill>
            <a:schemeClr val="dk2">
              <a:alpha val="60000"/>
            </a:schemeClr>
          </a:solidFill>
          <a:ln w="38100" cap="flat" cmpd="sng">
            <a:solidFill>
              <a:schemeClr val="accent3"/>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a:solidFill>
                <a:schemeClr val="lt1"/>
              </a:solidFill>
              <a:latin typeface="Helvetica" pitchFamily="2" charset="0"/>
              <a:ea typeface="Calibri"/>
              <a:cs typeface="Calibri"/>
              <a:sym typeface="Calibri"/>
            </a:endParaRPr>
          </a:p>
        </p:txBody>
      </p:sp>
      <p:sp>
        <p:nvSpPr>
          <p:cNvPr id="57" name="Text Placeholder 56">
            <a:extLst>
              <a:ext uri="{FF2B5EF4-FFF2-40B4-BE49-F238E27FC236}">
                <a16:creationId xmlns:a16="http://schemas.microsoft.com/office/drawing/2014/main" id="{F341761A-F4D3-C6DE-56D0-3259256E32BB}"/>
              </a:ext>
            </a:extLst>
          </p:cNvPr>
          <p:cNvSpPr>
            <a:spLocks noGrp="1"/>
          </p:cNvSpPr>
          <p:nvPr>
            <p:ph type="body" sz="quarter" idx="12" hasCustomPrompt="1"/>
          </p:nvPr>
        </p:nvSpPr>
        <p:spPr>
          <a:xfrm>
            <a:off x="983008" y="1449678"/>
            <a:ext cx="2578100" cy="629384"/>
          </a:xfrm>
        </p:spPr>
        <p:txBody>
          <a:bodyPr>
            <a:normAutofit/>
          </a:bodyPr>
          <a:lstStyle>
            <a:lvl1pPr marL="0" indent="0">
              <a:buFontTx/>
              <a:buNone/>
              <a:defRPr sz="4800">
                <a:solidFill>
                  <a:schemeClr val="bg1"/>
                </a:solidFill>
              </a:defRPr>
            </a:lvl1pPr>
          </a:lstStyle>
          <a:p>
            <a:pPr lvl="0"/>
            <a:r>
              <a:rPr lang="en-US"/>
              <a:t>Text</a:t>
            </a:r>
          </a:p>
        </p:txBody>
      </p:sp>
      <p:sp>
        <p:nvSpPr>
          <p:cNvPr id="58" name="Text Placeholder 56">
            <a:extLst>
              <a:ext uri="{FF2B5EF4-FFF2-40B4-BE49-F238E27FC236}">
                <a16:creationId xmlns:a16="http://schemas.microsoft.com/office/drawing/2014/main" id="{3647AC72-D582-5AD9-0C76-89BC99E9F627}"/>
              </a:ext>
            </a:extLst>
          </p:cNvPr>
          <p:cNvSpPr>
            <a:spLocks noGrp="1"/>
          </p:cNvSpPr>
          <p:nvPr>
            <p:ph type="body" sz="quarter" idx="13" hasCustomPrompt="1"/>
          </p:nvPr>
        </p:nvSpPr>
        <p:spPr>
          <a:xfrm>
            <a:off x="983007" y="2146116"/>
            <a:ext cx="2578100" cy="564271"/>
          </a:xfrm>
        </p:spPr>
        <p:txBody>
          <a:bodyPr>
            <a:normAutofit/>
          </a:bodyPr>
          <a:lstStyle>
            <a:lvl1pPr marL="0" indent="0">
              <a:buFontTx/>
              <a:buNone/>
              <a:defRPr sz="1400">
                <a:solidFill>
                  <a:schemeClr val="bg1"/>
                </a:solidFill>
              </a:defRPr>
            </a:lvl1pPr>
          </a:lstStyle>
          <a:p>
            <a:pPr lvl="0"/>
            <a:r>
              <a:rPr lang="en-US"/>
              <a:t>Text</a:t>
            </a:r>
          </a:p>
        </p:txBody>
      </p:sp>
      <p:sp>
        <p:nvSpPr>
          <p:cNvPr id="61" name="Text Placeholder 60">
            <a:extLst>
              <a:ext uri="{FF2B5EF4-FFF2-40B4-BE49-F238E27FC236}">
                <a16:creationId xmlns:a16="http://schemas.microsoft.com/office/drawing/2014/main" id="{3DD9406F-916F-D17B-A0DF-5D262D114766}"/>
              </a:ext>
            </a:extLst>
          </p:cNvPr>
          <p:cNvSpPr>
            <a:spLocks noGrp="1"/>
          </p:cNvSpPr>
          <p:nvPr>
            <p:ph type="body" sz="quarter" idx="14" hasCustomPrompt="1"/>
          </p:nvPr>
        </p:nvSpPr>
        <p:spPr>
          <a:xfrm>
            <a:off x="982663" y="2801076"/>
            <a:ext cx="2578100" cy="307975"/>
          </a:xfrm>
        </p:spPr>
        <p:txBody>
          <a:bodyPr>
            <a:normAutofit/>
          </a:bodyPr>
          <a:lstStyle>
            <a:lvl1pPr marL="0" indent="0">
              <a:buNone/>
              <a:defRPr sz="1400" b="1">
                <a:solidFill>
                  <a:schemeClr val="bg1"/>
                </a:solidFill>
              </a:defRPr>
            </a:lvl1pPr>
          </a:lstStyle>
          <a:p>
            <a:pPr lvl="0"/>
            <a:r>
              <a:rPr lang="en-US"/>
              <a:t>TEXT</a:t>
            </a:r>
          </a:p>
        </p:txBody>
      </p:sp>
      <p:sp>
        <p:nvSpPr>
          <p:cNvPr id="62" name="Text Placeholder 56">
            <a:extLst>
              <a:ext uri="{FF2B5EF4-FFF2-40B4-BE49-F238E27FC236}">
                <a16:creationId xmlns:a16="http://schemas.microsoft.com/office/drawing/2014/main" id="{3EE94F76-6A18-F9B6-2036-7AEEBE29929A}"/>
              </a:ext>
            </a:extLst>
          </p:cNvPr>
          <p:cNvSpPr>
            <a:spLocks noGrp="1"/>
          </p:cNvSpPr>
          <p:nvPr>
            <p:ph type="body" sz="quarter" idx="15" hasCustomPrompt="1"/>
          </p:nvPr>
        </p:nvSpPr>
        <p:spPr>
          <a:xfrm>
            <a:off x="4357325" y="1449678"/>
            <a:ext cx="2578100" cy="629384"/>
          </a:xfrm>
        </p:spPr>
        <p:txBody>
          <a:bodyPr>
            <a:normAutofit/>
          </a:bodyPr>
          <a:lstStyle>
            <a:lvl1pPr marL="0" indent="0">
              <a:buFontTx/>
              <a:buNone/>
              <a:defRPr sz="4800">
                <a:solidFill>
                  <a:schemeClr val="bg1"/>
                </a:solidFill>
              </a:defRPr>
            </a:lvl1pPr>
          </a:lstStyle>
          <a:p>
            <a:pPr lvl="0"/>
            <a:r>
              <a:rPr lang="en-US"/>
              <a:t>Text</a:t>
            </a:r>
          </a:p>
        </p:txBody>
      </p:sp>
      <p:sp>
        <p:nvSpPr>
          <p:cNvPr id="63" name="Text Placeholder 56">
            <a:extLst>
              <a:ext uri="{FF2B5EF4-FFF2-40B4-BE49-F238E27FC236}">
                <a16:creationId xmlns:a16="http://schemas.microsoft.com/office/drawing/2014/main" id="{8909B6AB-5C34-8E90-4E53-6BA0F4F0B573}"/>
              </a:ext>
            </a:extLst>
          </p:cNvPr>
          <p:cNvSpPr>
            <a:spLocks noGrp="1"/>
          </p:cNvSpPr>
          <p:nvPr>
            <p:ph type="body" sz="quarter" idx="16" hasCustomPrompt="1"/>
          </p:nvPr>
        </p:nvSpPr>
        <p:spPr>
          <a:xfrm>
            <a:off x="4357324" y="2146116"/>
            <a:ext cx="2578100" cy="564271"/>
          </a:xfrm>
        </p:spPr>
        <p:txBody>
          <a:bodyPr>
            <a:normAutofit/>
          </a:bodyPr>
          <a:lstStyle>
            <a:lvl1pPr marL="0" indent="0">
              <a:buFontTx/>
              <a:buNone/>
              <a:defRPr sz="1400">
                <a:solidFill>
                  <a:schemeClr val="bg1"/>
                </a:solidFill>
              </a:defRPr>
            </a:lvl1pPr>
          </a:lstStyle>
          <a:p>
            <a:pPr lvl="0"/>
            <a:r>
              <a:rPr lang="en-US"/>
              <a:t>Text</a:t>
            </a:r>
          </a:p>
        </p:txBody>
      </p:sp>
      <p:sp>
        <p:nvSpPr>
          <p:cNvPr id="64" name="Text Placeholder 60">
            <a:extLst>
              <a:ext uri="{FF2B5EF4-FFF2-40B4-BE49-F238E27FC236}">
                <a16:creationId xmlns:a16="http://schemas.microsoft.com/office/drawing/2014/main" id="{970C5BBD-02C5-FA7B-1544-496AF78EDF6F}"/>
              </a:ext>
            </a:extLst>
          </p:cNvPr>
          <p:cNvSpPr>
            <a:spLocks noGrp="1"/>
          </p:cNvSpPr>
          <p:nvPr>
            <p:ph type="body" sz="quarter" idx="17" hasCustomPrompt="1"/>
          </p:nvPr>
        </p:nvSpPr>
        <p:spPr>
          <a:xfrm>
            <a:off x="4356980" y="2801076"/>
            <a:ext cx="2578100" cy="307975"/>
          </a:xfrm>
        </p:spPr>
        <p:txBody>
          <a:bodyPr>
            <a:normAutofit/>
          </a:bodyPr>
          <a:lstStyle>
            <a:lvl1pPr marL="0" indent="0">
              <a:buNone/>
              <a:defRPr sz="1400" b="1">
                <a:solidFill>
                  <a:schemeClr val="bg1"/>
                </a:solidFill>
              </a:defRPr>
            </a:lvl1pPr>
          </a:lstStyle>
          <a:p>
            <a:pPr lvl="0"/>
            <a:r>
              <a:rPr lang="en-US"/>
              <a:t>TEXT</a:t>
            </a:r>
          </a:p>
        </p:txBody>
      </p:sp>
      <p:sp>
        <p:nvSpPr>
          <p:cNvPr id="65" name="Text Placeholder 56">
            <a:extLst>
              <a:ext uri="{FF2B5EF4-FFF2-40B4-BE49-F238E27FC236}">
                <a16:creationId xmlns:a16="http://schemas.microsoft.com/office/drawing/2014/main" id="{1DA36526-372E-DA58-6793-9EC65A44F5AE}"/>
              </a:ext>
            </a:extLst>
          </p:cNvPr>
          <p:cNvSpPr>
            <a:spLocks noGrp="1"/>
          </p:cNvSpPr>
          <p:nvPr>
            <p:ph type="body" sz="quarter" idx="18" hasCustomPrompt="1"/>
          </p:nvPr>
        </p:nvSpPr>
        <p:spPr>
          <a:xfrm>
            <a:off x="7731863" y="1449678"/>
            <a:ext cx="2578100" cy="629384"/>
          </a:xfrm>
        </p:spPr>
        <p:txBody>
          <a:bodyPr>
            <a:normAutofit/>
          </a:bodyPr>
          <a:lstStyle>
            <a:lvl1pPr marL="0" indent="0">
              <a:buFontTx/>
              <a:buNone/>
              <a:defRPr sz="4800">
                <a:solidFill>
                  <a:schemeClr val="bg1"/>
                </a:solidFill>
              </a:defRPr>
            </a:lvl1pPr>
          </a:lstStyle>
          <a:p>
            <a:pPr lvl="0"/>
            <a:r>
              <a:rPr lang="en-US"/>
              <a:t>Text</a:t>
            </a:r>
          </a:p>
        </p:txBody>
      </p:sp>
      <p:sp>
        <p:nvSpPr>
          <p:cNvPr id="66" name="Text Placeholder 56">
            <a:extLst>
              <a:ext uri="{FF2B5EF4-FFF2-40B4-BE49-F238E27FC236}">
                <a16:creationId xmlns:a16="http://schemas.microsoft.com/office/drawing/2014/main" id="{E4173174-8624-E9F8-8803-EA4036C489C2}"/>
              </a:ext>
            </a:extLst>
          </p:cNvPr>
          <p:cNvSpPr>
            <a:spLocks noGrp="1"/>
          </p:cNvSpPr>
          <p:nvPr>
            <p:ph type="body" sz="quarter" idx="19" hasCustomPrompt="1"/>
          </p:nvPr>
        </p:nvSpPr>
        <p:spPr>
          <a:xfrm>
            <a:off x="7731862" y="2146116"/>
            <a:ext cx="2578100" cy="564271"/>
          </a:xfrm>
        </p:spPr>
        <p:txBody>
          <a:bodyPr>
            <a:normAutofit/>
          </a:bodyPr>
          <a:lstStyle>
            <a:lvl1pPr marL="0" indent="0">
              <a:buFontTx/>
              <a:buNone/>
              <a:defRPr sz="1400">
                <a:solidFill>
                  <a:schemeClr val="bg1"/>
                </a:solidFill>
              </a:defRPr>
            </a:lvl1pPr>
          </a:lstStyle>
          <a:p>
            <a:pPr lvl="0"/>
            <a:r>
              <a:rPr lang="en-US"/>
              <a:t>Text</a:t>
            </a:r>
          </a:p>
        </p:txBody>
      </p:sp>
      <p:sp>
        <p:nvSpPr>
          <p:cNvPr id="67" name="Text Placeholder 60">
            <a:extLst>
              <a:ext uri="{FF2B5EF4-FFF2-40B4-BE49-F238E27FC236}">
                <a16:creationId xmlns:a16="http://schemas.microsoft.com/office/drawing/2014/main" id="{F4F1A7AF-8053-B721-DE7B-6C6A3081639B}"/>
              </a:ext>
            </a:extLst>
          </p:cNvPr>
          <p:cNvSpPr>
            <a:spLocks noGrp="1"/>
          </p:cNvSpPr>
          <p:nvPr>
            <p:ph type="body" sz="quarter" idx="20" hasCustomPrompt="1"/>
          </p:nvPr>
        </p:nvSpPr>
        <p:spPr>
          <a:xfrm>
            <a:off x="7731518" y="2801076"/>
            <a:ext cx="2578100" cy="307975"/>
          </a:xfrm>
        </p:spPr>
        <p:txBody>
          <a:bodyPr>
            <a:normAutofit/>
          </a:bodyPr>
          <a:lstStyle>
            <a:lvl1pPr marL="0" indent="0">
              <a:buNone/>
              <a:defRPr sz="1400" b="1">
                <a:solidFill>
                  <a:schemeClr val="bg1"/>
                </a:solidFill>
              </a:defRPr>
            </a:lvl1pPr>
          </a:lstStyle>
          <a:p>
            <a:pPr lvl="0"/>
            <a:r>
              <a:rPr lang="en-US"/>
              <a:t>TEXT</a:t>
            </a:r>
          </a:p>
        </p:txBody>
      </p:sp>
      <p:sp>
        <p:nvSpPr>
          <p:cNvPr id="68" name="Text Placeholder 56">
            <a:extLst>
              <a:ext uri="{FF2B5EF4-FFF2-40B4-BE49-F238E27FC236}">
                <a16:creationId xmlns:a16="http://schemas.microsoft.com/office/drawing/2014/main" id="{975C2082-6E58-47AE-5974-31BCADB10E2A}"/>
              </a:ext>
            </a:extLst>
          </p:cNvPr>
          <p:cNvSpPr>
            <a:spLocks noGrp="1"/>
          </p:cNvSpPr>
          <p:nvPr>
            <p:ph type="body" sz="quarter" idx="21" hasCustomPrompt="1"/>
          </p:nvPr>
        </p:nvSpPr>
        <p:spPr>
          <a:xfrm>
            <a:off x="1008789" y="3415937"/>
            <a:ext cx="2578100" cy="629384"/>
          </a:xfrm>
        </p:spPr>
        <p:txBody>
          <a:bodyPr>
            <a:normAutofit/>
          </a:bodyPr>
          <a:lstStyle>
            <a:lvl1pPr marL="0" indent="0">
              <a:buFontTx/>
              <a:buNone/>
              <a:defRPr sz="4800">
                <a:solidFill>
                  <a:schemeClr val="bg1"/>
                </a:solidFill>
              </a:defRPr>
            </a:lvl1pPr>
          </a:lstStyle>
          <a:p>
            <a:pPr lvl="0"/>
            <a:r>
              <a:rPr lang="en-US"/>
              <a:t>Text</a:t>
            </a:r>
          </a:p>
        </p:txBody>
      </p:sp>
      <p:sp>
        <p:nvSpPr>
          <p:cNvPr id="69" name="Text Placeholder 56">
            <a:extLst>
              <a:ext uri="{FF2B5EF4-FFF2-40B4-BE49-F238E27FC236}">
                <a16:creationId xmlns:a16="http://schemas.microsoft.com/office/drawing/2014/main" id="{65DAF16C-2672-89C9-C510-9BA81BB1BBE2}"/>
              </a:ext>
            </a:extLst>
          </p:cNvPr>
          <p:cNvSpPr>
            <a:spLocks noGrp="1"/>
          </p:cNvSpPr>
          <p:nvPr>
            <p:ph type="body" sz="quarter" idx="22" hasCustomPrompt="1"/>
          </p:nvPr>
        </p:nvSpPr>
        <p:spPr>
          <a:xfrm>
            <a:off x="1008788" y="4112375"/>
            <a:ext cx="2578100" cy="564271"/>
          </a:xfrm>
        </p:spPr>
        <p:txBody>
          <a:bodyPr>
            <a:normAutofit/>
          </a:bodyPr>
          <a:lstStyle>
            <a:lvl1pPr marL="0" indent="0">
              <a:buFontTx/>
              <a:buNone/>
              <a:defRPr sz="1400">
                <a:solidFill>
                  <a:schemeClr val="bg1"/>
                </a:solidFill>
              </a:defRPr>
            </a:lvl1pPr>
          </a:lstStyle>
          <a:p>
            <a:pPr lvl="0"/>
            <a:r>
              <a:rPr lang="en-US"/>
              <a:t>Text</a:t>
            </a:r>
          </a:p>
        </p:txBody>
      </p:sp>
      <p:sp>
        <p:nvSpPr>
          <p:cNvPr id="70" name="Text Placeholder 60">
            <a:extLst>
              <a:ext uri="{FF2B5EF4-FFF2-40B4-BE49-F238E27FC236}">
                <a16:creationId xmlns:a16="http://schemas.microsoft.com/office/drawing/2014/main" id="{FD879E26-F3B1-7A93-D5A8-683642C8EBFD}"/>
              </a:ext>
            </a:extLst>
          </p:cNvPr>
          <p:cNvSpPr>
            <a:spLocks noGrp="1"/>
          </p:cNvSpPr>
          <p:nvPr>
            <p:ph type="body" sz="quarter" idx="23" hasCustomPrompt="1"/>
          </p:nvPr>
        </p:nvSpPr>
        <p:spPr>
          <a:xfrm>
            <a:off x="1008444" y="4767335"/>
            <a:ext cx="2578100" cy="307975"/>
          </a:xfrm>
        </p:spPr>
        <p:txBody>
          <a:bodyPr>
            <a:normAutofit/>
          </a:bodyPr>
          <a:lstStyle>
            <a:lvl1pPr marL="0" indent="0">
              <a:buNone/>
              <a:defRPr sz="1400" b="1">
                <a:solidFill>
                  <a:schemeClr val="bg1"/>
                </a:solidFill>
              </a:defRPr>
            </a:lvl1pPr>
          </a:lstStyle>
          <a:p>
            <a:pPr lvl="0"/>
            <a:r>
              <a:rPr lang="en-US"/>
              <a:t>TEXT</a:t>
            </a:r>
          </a:p>
        </p:txBody>
      </p:sp>
      <p:sp>
        <p:nvSpPr>
          <p:cNvPr id="71" name="Text Placeholder 56">
            <a:extLst>
              <a:ext uri="{FF2B5EF4-FFF2-40B4-BE49-F238E27FC236}">
                <a16:creationId xmlns:a16="http://schemas.microsoft.com/office/drawing/2014/main" id="{2C9238F9-A3EF-51DC-9B49-A0075FF4430A}"/>
              </a:ext>
            </a:extLst>
          </p:cNvPr>
          <p:cNvSpPr>
            <a:spLocks noGrp="1"/>
          </p:cNvSpPr>
          <p:nvPr>
            <p:ph type="body" sz="quarter" idx="24" hasCustomPrompt="1"/>
          </p:nvPr>
        </p:nvSpPr>
        <p:spPr>
          <a:xfrm>
            <a:off x="4383106" y="3415937"/>
            <a:ext cx="2578100" cy="629384"/>
          </a:xfrm>
        </p:spPr>
        <p:txBody>
          <a:bodyPr>
            <a:normAutofit/>
          </a:bodyPr>
          <a:lstStyle>
            <a:lvl1pPr marL="0" indent="0">
              <a:buFontTx/>
              <a:buNone/>
              <a:defRPr sz="4800">
                <a:solidFill>
                  <a:schemeClr val="bg1"/>
                </a:solidFill>
              </a:defRPr>
            </a:lvl1pPr>
          </a:lstStyle>
          <a:p>
            <a:pPr lvl="0"/>
            <a:r>
              <a:rPr lang="en-US"/>
              <a:t>Text</a:t>
            </a:r>
          </a:p>
        </p:txBody>
      </p:sp>
      <p:sp>
        <p:nvSpPr>
          <p:cNvPr id="72" name="Text Placeholder 56">
            <a:extLst>
              <a:ext uri="{FF2B5EF4-FFF2-40B4-BE49-F238E27FC236}">
                <a16:creationId xmlns:a16="http://schemas.microsoft.com/office/drawing/2014/main" id="{D787EA3E-7CD3-4314-557C-2F1A2A56E23F}"/>
              </a:ext>
            </a:extLst>
          </p:cNvPr>
          <p:cNvSpPr>
            <a:spLocks noGrp="1"/>
          </p:cNvSpPr>
          <p:nvPr>
            <p:ph type="body" sz="quarter" idx="25" hasCustomPrompt="1"/>
          </p:nvPr>
        </p:nvSpPr>
        <p:spPr>
          <a:xfrm>
            <a:off x="4383105" y="4112375"/>
            <a:ext cx="2578100" cy="564271"/>
          </a:xfrm>
        </p:spPr>
        <p:txBody>
          <a:bodyPr>
            <a:normAutofit/>
          </a:bodyPr>
          <a:lstStyle>
            <a:lvl1pPr marL="0" indent="0">
              <a:buFontTx/>
              <a:buNone/>
              <a:defRPr sz="1400">
                <a:solidFill>
                  <a:schemeClr val="bg1"/>
                </a:solidFill>
              </a:defRPr>
            </a:lvl1pPr>
          </a:lstStyle>
          <a:p>
            <a:pPr lvl="0"/>
            <a:r>
              <a:rPr lang="en-US"/>
              <a:t>Text</a:t>
            </a:r>
          </a:p>
        </p:txBody>
      </p:sp>
      <p:sp>
        <p:nvSpPr>
          <p:cNvPr id="73" name="Text Placeholder 60">
            <a:extLst>
              <a:ext uri="{FF2B5EF4-FFF2-40B4-BE49-F238E27FC236}">
                <a16:creationId xmlns:a16="http://schemas.microsoft.com/office/drawing/2014/main" id="{A2CA680D-8EFC-32C1-572A-9C724136680E}"/>
              </a:ext>
            </a:extLst>
          </p:cNvPr>
          <p:cNvSpPr>
            <a:spLocks noGrp="1"/>
          </p:cNvSpPr>
          <p:nvPr>
            <p:ph type="body" sz="quarter" idx="26" hasCustomPrompt="1"/>
          </p:nvPr>
        </p:nvSpPr>
        <p:spPr>
          <a:xfrm>
            <a:off x="4382761" y="4767335"/>
            <a:ext cx="2578100" cy="307975"/>
          </a:xfrm>
        </p:spPr>
        <p:txBody>
          <a:bodyPr>
            <a:normAutofit/>
          </a:bodyPr>
          <a:lstStyle>
            <a:lvl1pPr marL="0" indent="0">
              <a:buNone/>
              <a:defRPr sz="1400" b="1">
                <a:solidFill>
                  <a:schemeClr val="bg1"/>
                </a:solidFill>
              </a:defRPr>
            </a:lvl1pPr>
          </a:lstStyle>
          <a:p>
            <a:pPr lvl="0"/>
            <a:r>
              <a:rPr lang="en-US"/>
              <a:t>TEXT</a:t>
            </a:r>
          </a:p>
        </p:txBody>
      </p:sp>
      <p:sp>
        <p:nvSpPr>
          <p:cNvPr id="74" name="Text Placeholder 56">
            <a:extLst>
              <a:ext uri="{FF2B5EF4-FFF2-40B4-BE49-F238E27FC236}">
                <a16:creationId xmlns:a16="http://schemas.microsoft.com/office/drawing/2014/main" id="{2D76B0C3-3D91-740D-D3E8-CB67E3EF5481}"/>
              </a:ext>
            </a:extLst>
          </p:cNvPr>
          <p:cNvSpPr>
            <a:spLocks noGrp="1"/>
          </p:cNvSpPr>
          <p:nvPr>
            <p:ph type="body" sz="quarter" idx="27" hasCustomPrompt="1"/>
          </p:nvPr>
        </p:nvSpPr>
        <p:spPr>
          <a:xfrm>
            <a:off x="7757644" y="3415937"/>
            <a:ext cx="2578100" cy="629384"/>
          </a:xfrm>
        </p:spPr>
        <p:txBody>
          <a:bodyPr>
            <a:normAutofit/>
          </a:bodyPr>
          <a:lstStyle>
            <a:lvl1pPr marL="0" indent="0">
              <a:buFontTx/>
              <a:buNone/>
              <a:defRPr sz="4800">
                <a:solidFill>
                  <a:schemeClr val="bg1"/>
                </a:solidFill>
              </a:defRPr>
            </a:lvl1pPr>
          </a:lstStyle>
          <a:p>
            <a:pPr lvl="0"/>
            <a:r>
              <a:rPr lang="en-US"/>
              <a:t>Text</a:t>
            </a:r>
          </a:p>
        </p:txBody>
      </p:sp>
      <p:sp>
        <p:nvSpPr>
          <p:cNvPr id="75" name="Text Placeholder 56">
            <a:extLst>
              <a:ext uri="{FF2B5EF4-FFF2-40B4-BE49-F238E27FC236}">
                <a16:creationId xmlns:a16="http://schemas.microsoft.com/office/drawing/2014/main" id="{8E7ADE26-BA1E-04D1-BB40-DEB46E8D8B7C}"/>
              </a:ext>
            </a:extLst>
          </p:cNvPr>
          <p:cNvSpPr>
            <a:spLocks noGrp="1"/>
          </p:cNvSpPr>
          <p:nvPr>
            <p:ph type="body" sz="quarter" idx="28" hasCustomPrompt="1"/>
          </p:nvPr>
        </p:nvSpPr>
        <p:spPr>
          <a:xfrm>
            <a:off x="7757643" y="4112375"/>
            <a:ext cx="2578100" cy="564271"/>
          </a:xfrm>
        </p:spPr>
        <p:txBody>
          <a:bodyPr>
            <a:normAutofit/>
          </a:bodyPr>
          <a:lstStyle>
            <a:lvl1pPr marL="0" indent="0">
              <a:buFontTx/>
              <a:buNone/>
              <a:defRPr sz="1400">
                <a:solidFill>
                  <a:schemeClr val="bg1"/>
                </a:solidFill>
              </a:defRPr>
            </a:lvl1pPr>
          </a:lstStyle>
          <a:p>
            <a:pPr lvl="0"/>
            <a:r>
              <a:rPr lang="en-US"/>
              <a:t>Text</a:t>
            </a:r>
          </a:p>
        </p:txBody>
      </p:sp>
      <p:sp>
        <p:nvSpPr>
          <p:cNvPr id="76" name="Text Placeholder 60">
            <a:extLst>
              <a:ext uri="{FF2B5EF4-FFF2-40B4-BE49-F238E27FC236}">
                <a16:creationId xmlns:a16="http://schemas.microsoft.com/office/drawing/2014/main" id="{FED60670-A7C3-852A-C82B-5ED81EEF90ED}"/>
              </a:ext>
            </a:extLst>
          </p:cNvPr>
          <p:cNvSpPr>
            <a:spLocks noGrp="1"/>
          </p:cNvSpPr>
          <p:nvPr>
            <p:ph type="body" sz="quarter" idx="29" hasCustomPrompt="1"/>
          </p:nvPr>
        </p:nvSpPr>
        <p:spPr>
          <a:xfrm>
            <a:off x="7757299" y="4767335"/>
            <a:ext cx="2578100" cy="307975"/>
          </a:xfrm>
        </p:spPr>
        <p:txBody>
          <a:bodyPr>
            <a:normAutofit/>
          </a:bodyPr>
          <a:lstStyle>
            <a:lvl1pPr marL="0" indent="0">
              <a:buNone/>
              <a:defRPr sz="1400" b="1">
                <a:solidFill>
                  <a:schemeClr val="bg1"/>
                </a:solidFill>
              </a:defRPr>
            </a:lvl1pPr>
          </a:lstStyle>
          <a:p>
            <a:pPr lvl="0"/>
            <a:r>
              <a:rPr lang="en-US"/>
              <a:t>TEXT</a:t>
            </a:r>
          </a:p>
        </p:txBody>
      </p:sp>
    </p:spTree>
    <p:extLst>
      <p:ext uri="{BB962C8B-B14F-4D97-AF65-F5344CB8AC3E}">
        <p14:creationId xmlns:p14="http://schemas.microsoft.com/office/powerpoint/2010/main" val="39770878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23370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248448" y="2405278"/>
            <a:ext cx="3513191" cy="277127"/>
          </a:xfrm>
          <a:prstGeom prst="rect">
            <a:avLst/>
          </a:prstGeom>
        </p:spPr>
        <p:txBody>
          <a:bodyPr wrap="square" lIns="0" tIns="0" rIns="0" bIns="0">
            <a:spAutoFit/>
          </a:bodyPr>
          <a:lstStyle>
            <a:lvl1pPr>
              <a:defRPr sz="2001" b="1" i="0">
                <a:solidFill>
                  <a:srgbClr val="062640"/>
                </a:solidFill>
                <a:latin typeface="Proxima Nova"/>
                <a:cs typeface="Proxima Nova"/>
              </a:defRPr>
            </a:lvl1pPr>
          </a:lstStyle>
          <a:p>
            <a:endParaRPr/>
          </a:p>
        </p:txBody>
      </p:sp>
      <p:sp>
        <p:nvSpPr>
          <p:cNvPr id="3" name="Holder 3"/>
          <p:cNvSpPr>
            <a:spLocks noGrp="1"/>
          </p:cNvSpPr>
          <p:nvPr>
            <p:ph type="subTitle" idx="4"/>
          </p:nvPr>
        </p:nvSpPr>
        <p:spPr>
          <a:xfrm>
            <a:off x="913786" y="4333122"/>
            <a:ext cx="5010426" cy="277127"/>
          </a:xfrm>
          <a:prstGeom prst="rect">
            <a:avLst/>
          </a:prstGeom>
        </p:spPr>
        <p:txBody>
          <a:bodyPr wrap="square" lIns="0" tIns="0" rIns="0" bIns="0">
            <a:spAutoFit/>
          </a:bodyPr>
          <a:lstStyle>
            <a:lvl1pPr>
              <a:defRPr sz="2001" b="0" i="0">
                <a:solidFill>
                  <a:schemeClr val="bg1"/>
                </a:solidFill>
                <a:latin typeface="Proxima Nova"/>
                <a:cs typeface="Proxima Nov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2/23/24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4260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a:extLst>
              <a:ext uri="{FF2B5EF4-FFF2-40B4-BE49-F238E27FC236}">
                <a16:creationId xmlns:a16="http://schemas.microsoft.com/office/drawing/2014/main" id="{586FD98E-23E6-4D05-5019-76DDBC1E1D4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pic>
        <p:nvPicPr>
          <p:cNvPr id="4" name="Picture 3">
            <a:extLst>
              <a:ext uri="{FF2B5EF4-FFF2-40B4-BE49-F238E27FC236}">
                <a16:creationId xmlns:a16="http://schemas.microsoft.com/office/drawing/2014/main" id="{BD26F724-1681-EB15-397B-F4336804C886}"/>
              </a:ext>
            </a:extLst>
          </p:cNvPr>
          <p:cNvPicPr>
            <a:picLocks noChangeAspect="1"/>
          </p:cNvPicPr>
          <p:nvPr userDrawn="1"/>
        </p:nvPicPr>
        <p:blipFill>
          <a:blip r:embed="rId28"/>
          <a:stretch>
            <a:fillRect/>
          </a:stretch>
        </p:blipFill>
        <p:spPr>
          <a:xfrm>
            <a:off x="10407316" y="6228024"/>
            <a:ext cx="1600534" cy="564267"/>
          </a:xfrm>
          <a:prstGeom prst="rect">
            <a:avLst/>
          </a:prstGeom>
        </p:spPr>
      </p:pic>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7" r:id="rId4"/>
    <p:sldLayoutId id="2147483925" r:id="rId5"/>
    <p:sldLayoutId id="2147483926" r:id="rId6"/>
    <p:sldLayoutId id="2147483751" r:id="rId7"/>
    <p:sldLayoutId id="2147483729" r:id="rId8"/>
    <p:sldLayoutId id="2147483859" r:id="rId9"/>
    <p:sldLayoutId id="2147483860" r:id="rId10"/>
    <p:sldLayoutId id="2147483865" r:id="rId11"/>
    <p:sldLayoutId id="2147483866" r:id="rId12"/>
    <p:sldLayoutId id="2147483867" r:id="rId13"/>
    <p:sldLayoutId id="2147483868" r:id="rId14"/>
    <p:sldLayoutId id="2147483869" r:id="rId15"/>
    <p:sldLayoutId id="2147483870" r:id="rId16"/>
    <p:sldLayoutId id="2147483750" r:id="rId17"/>
    <p:sldLayoutId id="2147483861" r:id="rId18"/>
    <p:sldLayoutId id="2147483914" r:id="rId19"/>
    <p:sldLayoutId id="2147483917" r:id="rId20"/>
    <p:sldLayoutId id="2147483918" r:id="rId21"/>
    <p:sldLayoutId id="2147483919" r:id="rId22"/>
    <p:sldLayoutId id="2147483920" r:id="rId23"/>
    <p:sldLayoutId id="2147483921" r:id="rId24"/>
    <p:sldLayoutId id="2147483915" r:id="rId25"/>
    <p:sldLayoutId id="2147483930" r:id="rId26"/>
  </p:sldLayoutIdLst>
  <p:hf sldNum="0" hd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b="0" i="0" kern="1200">
          <a:solidFill>
            <a:schemeClr val="tx1"/>
          </a:solidFill>
          <a:latin typeface="Helvetica" pitchFamily="2" charset="0"/>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b="0" i="0" kern="1200">
          <a:solidFill>
            <a:schemeClr val="tx1"/>
          </a:solidFill>
          <a:latin typeface="Helvetica" pitchFamily="2" charset="0"/>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0" i="0" kern="1200">
          <a:solidFill>
            <a:schemeClr val="tx1"/>
          </a:solidFill>
          <a:latin typeface="Helvetica" pitchFamily="2" charset="0"/>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b="0" i="0" kern="1200">
          <a:solidFill>
            <a:schemeClr val="tx1"/>
          </a:solidFill>
          <a:latin typeface="Helvetica" pitchFamily="2" charset="0"/>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7" y="0"/>
            <a:ext cx="12191144" cy="6857615"/>
            <a:chOff x="-1" y="0"/>
            <a:chExt cx="20104100" cy="11308715"/>
          </a:xfrm>
        </p:grpSpPr>
        <p:pic>
          <p:nvPicPr>
            <p:cNvPr id="3" name="object 3"/>
            <p:cNvPicPr/>
            <p:nvPr/>
          </p:nvPicPr>
          <p:blipFill>
            <a:blip r:embed="rId3" cstate="print"/>
            <a:stretch>
              <a:fillRect/>
            </a:stretch>
          </p:blipFill>
          <p:spPr>
            <a:xfrm>
              <a:off x="8864348" y="41883"/>
              <a:ext cx="11239752" cy="11266672"/>
            </a:xfrm>
            <a:prstGeom prst="rect">
              <a:avLst/>
            </a:prstGeom>
          </p:spPr>
        </p:pic>
        <p:sp>
          <p:nvSpPr>
            <p:cNvPr id="4" name="object 4"/>
            <p:cNvSpPr/>
            <p:nvPr/>
          </p:nvSpPr>
          <p:spPr>
            <a:xfrm>
              <a:off x="-1" y="0"/>
              <a:ext cx="20104100" cy="11308715"/>
            </a:xfrm>
            <a:custGeom>
              <a:avLst/>
              <a:gdLst/>
              <a:ahLst/>
              <a:cxnLst/>
              <a:rect l="l" t="t" r="r" b="b"/>
              <a:pathLst>
                <a:path w="20104100" h="11308715">
                  <a:moveTo>
                    <a:pt x="20104099" y="0"/>
                  </a:moveTo>
                  <a:lnTo>
                    <a:pt x="0" y="0"/>
                  </a:lnTo>
                  <a:lnTo>
                    <a:pt x="0" y="11308556"/>
                  </a:lnTo>
                  <a:lnTo>
                    <a:pt x="14218686" y="11308556"/>
                  </a:lnTo>
                  <a:lnTo>
                    <a:pt x="14182332" y="11281538"/>
                  </a:lnTo>
                  <a:lnTo>
                    <a:pt x="14150989" y="11248966"/>
                  </a:lnTo>
                  <a:lnTo>
                    <a:pt x="14125369" y="11211549"/>
                  </a:lnTo>
                  <a:lnTo>
                    <a:pt x="14106183" y="11169998"/>
                  </a:lnTo>
                  <a:lnTo>
                    <a:pt x="14094146" y="11125021"/>
                  </a:lnTo>
                  <a:lnTo>
                    <a:pt x="14089968" y="11077327"/>
                  </a:lnTo>
                  <a:lnTo>
                    <a:pt x="14089968" y="5838261"/>
                  </a:lnTo>
                  <a:lnTo>
                    <a:pt x="14084403" y="5789436"/>
                  </a:lnTo>
                  <a:lnTo>
                    <a:pt x="14074777" y="5741896"/>
                  </a:lnTo>
                  <a:lnTo>
                    <a:pt x="14061260" y="5695835"/>
                  </a:lnTo>
                  <a:lnTo>
                    <a:pt x="14044022" y="5651446"/>
                  </a:lnTo>
                  <a:lnTo>
                    <a:pt x="14023233" y="5608923"/>
                  </a:lnTo>
                  <a:lnTo>
                    <a:pt x="13999066" y="5568457"/>
                  </a:lnTo>
                  <a:lnTo>
                    <a:pt x="13971689" y="5530242"/>
                  </a:lnTo>
                  <a:lnTo>
                    <a:pt x="13941273" y="5494472"/>
                  </a:lnTo>
                  <a:lnTo>
                    <a:pt x="13907990" y="5461339"/>
                  </a:lnTo>
                  <a:lnTo>
                    <a:pt x="13872009" y="5431037"/>
                  </a:lnTo>
                  <a:lnTo>
                    <a:pt x="13833500" y="5403758"/>
                  </a:lnTo>
                  <a:lnTo>
                    <a:pt x="13792635" y="5379695"/>
                  </a:lnTo>
                  <a:lnTo>
                    <a:pt x="13749584" y="5359042"/>
                  </a:lnTo>
                  <a:lnTo>
                    <a:pt x="13704517" y="5341992"/>
                  </a:lnTo>
                  <a:lnTo>
                    <a:pt x="13657606" y="5328737"/>
                  </a:lnTo>
                  <a:lnTo>
                    <a:pt x="13609074" y="5319481"/>
                  </a:lnTo>
                  <a:lnTo>
                    <a:pt x="10339997" y="5319471"/>
                  </a:lnTo>
                  <a:lnTo>
                    <a:pt x="10291196" y="5315097"/>
                  </a:lnTo>
                  <a:lnTo>
                    <a:pt x="10245156" y="5302455"/>
                  </a:lnTo>
                  <a:lnTo>
                    <a:pt x="10202762" y="5282324"/>
                  </a:lnTo>
                  <a:lnTo>
                    <a:pt x="10164782" y="5255474"/>
                  </a:lnTo>
                  <a:lnTo>
                    <a:pt x="10131984" y="5222673"/>
                  </a:lnTo>
                  <a:lnTo>
                    <a:pt x="10105137" y="5184689"/>
                  </a:lnTo>
                  <a:lnTo>
                    <a:pt x="10085010" y="5142292"/>
                  </a:lnTo>
                  <a:lnTo>
                    <a:pt x="10072370" y="5096251"/>
                  </a:lnTo>
                  <a:lnTo>
                    <a:pt x="10067986" y="5047333"/>
                  </a:lnTo>
                  <a:lnTo>
                    <a:pt x="10067986" y="1565051"/>
                  </a:lnTo>
                  <a:lnTo>
                    <a:pt x="10072370" y="1516136"/>
                  </a:lnTo>
                  <a:lnTo>
                    <a:pt x="10085011" y="1470094"/>
                  </a:lnTo>
                  <a:lnTo>
                    <a:pt x="10105142" y="1427696"/>
                  </a:lnTo>
                  <a:lnTo>
                    <a:pt x="10131991" y="1389713"/>
                  </a:lnTo>
                  <a:lnTo>
                    <a:pt x="10164790" y="1356914"/>
                  </a:lnTo>
                  <a:lnTo>
                    <a:pt x="10202771" y="1330066"/>
                  </a:lnTo>
                  <a:lnTo>
                    <a:pt x="10245165" y="1309937"/>
                  </a:lnTo>
                  <a:lnTo>
                    <a:pt x="10291204" y="1297297"/>
                  </a:lnTo>
                  <a:lnTo>
                    <a:pt x="10340113" y="1292913"/>
                  </a:lnTo>
                  <a:lnTo>
                    <a:pt x="20104099" y="1292913"/>
                  </a:lnTo>
                  <a:lnTo>
                    <a:pt x="20104099" y="0"/>
                  </a:lnTo>
                  <a:close/>
                </a:path>
                <a:path w="20104100" h="11308715">
                  <a:moveTo>
                    <a:pt x="20104099" y="1292913"/>
                  </a:moveTo>
                  <a:lnTo>
                    <a:pt x="13822384" y="1292913"/>
                  </a:lnTo>
                  <a:lnTo>
                    <a:pt x="13871309" y="1297298"/>
                  </a:lnTo>
                  <a:lnTo>
                    <a:pt x="13917357" y="1309940"/>
                  </a:lnTo>
                  <a:lnTo>
                    <a:pt x="13959761" y="1330070"/>
                  </a:lnTo>
                  <a:lnTo>
                    <a:pt x="13997751" y="1356919"/>
                  </a:lnTo>
                  <a:lnTo>
                    <a:pt x="14030558" y="1389720"/>
                  </a:lnTo>
                  <a:lnTo>
                    <a:pt x="14057414" y="1427702"/>
                  </a:lnTo>
                  <a:lnTo>
                    <a:pt x="14077551" y="1470097"/>
                  </a:lnTo>
                  <a:lnTo>
                    <a:pt x="14090201" y="1516138"/>
                  </a:lnTo>
                  <a:lnTo>
                    <a:pt x="14094595" y="1565051"/>
                  </a:lnTo>
                  <a:lnTo>
                    <a:pt x="14094596" y="4803392"/>
                  </a:lnTo>
                  <a:lnTo>
                    <a:pt x="14101517" y="4852716"/>
                  </a:lnTo>
                  <a:lnTo>
                    <a:pt x="14112541" y="4900491"/>
                  </a:lnTo>
                  <a:lnTo>
                    <a:pt x="14127474" y="4946543"/>
                  </a:lnTo>
                  <a:lnTo>
                    <a:pt x="14146122" y="4990698"/>
                  </a:lnTo>
                  <a:lnTo>
                    <a:pt x="14168294" y="5032783"/>
                  </a:lnTo>
                  <a:lnTo>
                    <a:pt x="14193795" y="5072624"/>
                  </a:lnTo>
                  <a:lnTo>
                    <a:pt x="14222433" y="5110047"/>
                  </a:lnTo>
                  <a:lnTo>
                    <a:pt x="14254014" y="5144878"/>
                  </a:lnTo>
                  <a:lnTo>
                    <a:pt x="14288346" y="5176944"/>
                  </a:lnTo>
                  <a:lnTo>
                    <a:pt x="14325235" y="5206071"/>
                  </a:lnTo>
                  <a:lnTo>
                    <a:pt x="14364488" y="5232084"/>
                  </a:lnTo>
                  <a:lnTo>
                    <a:pt x="14405913" y="5254811"/>
                  </a:lnTo>
                  <a:lnTo>
                    <a:pt x="14449315" y="5274078"/>
                  </a:lnTo>
                  <a:lnTo>
                    <a:pt x="14494503" y="5289710"/>
                  </a:lnTo>
                  <a:lnTo>
                    <a:pt x="14541282" y="5301535"/>
                  </a:lnTo>
                  <a:lnTo>
                    <a:pt x="14589460" y="5309377"/>
                  </a:lnTo>
                  <a:lnTo>
                    <a:pt x="19857918" y="5309377"/>
                  </a:lnTo>
                  <a:lnTo>
                    <a:pt x="19904315" y="5313332"/>
                  </a:lnTo>
                  <a:lnTo>
                    <a:pt x="19948161" y="5324733"/>
                  </a:lnTo>
                  <a:lnTo>
                    <a:pt x="19988805" y="5342926"/>
                  </a:lnTo>
                  <a:lnTo>
                    <a:pt x="20025597" y="5367257"/>
                  </a:lnTo>
                  <a:lnTo>
                    <a:pt x="20057886" y="5397072"/>
                  </a:lnTo>
                  <a:lnTo>
                    <a:pt x="20085020" y="5431715"/>
                  </a:lnTo>
                  <a:lnTo>
                    <a:pt x="20104099" y="5466438"/>
                  </a:lnTo>
                  <a:lnTo>
                    <a:pt x="20104099" y="1292913"/>
                  </a:lnTo>
                  <a:close/>
                </a:path>
                <a:path w="20104100" h="11308715">
                  <a:moveTo>
                    <a:pt x="13609019" y="5319471"/>
                  </a:moveTo>
                  <a:lnTo>
                    <a:pt x="10340113" y="5319481"/>
                  </a:lnTo>
                  <a:lnTo>
                    <a:pt x="13609074" y="5319481"/>
                  </a:lnTo>
                  <a:close/>
                </a:path>
              </a:pathLst>
            </a:custGeom>
            <a:solidFill>
              <a:srgbClr val="062640"/>
            </a:solidFill>
          </p:spPr>
          <p:txBody>
            <a:bodyPr wrap="square" lIns="0" tIns="0" rIns="0" bIns="0" rtlCol="0"/>
            <a:lstStyle/>
            <a:p>
              <a:endParaRPr/>
            </a:p>
          </p:txBody>
        </p:sp>
        <p:sp>
          <p:nvSpPr>
            <p:cNvPr id="5" name="object 5"/>
            <p:cNvSpPr/>
            <p:nvPr/>
          </p:nvSpPr>
          <p:spPr>
            <a:xfrm>
              <a:off x="1551851" y="1301654"/>
              <a:ext cx="3423285" cy="1121410"/>
            </a:xfrm>
            <a:custGeom>
              <a:avLst/>
              <a:gdLst/>
              <a:ahLst/>
              <a:cxnLst/>
              <a:rect l="l" t="t" r="r" b="b"/>
              <a:pathLst>
                <a:path w="3423285" h="1121410">
                  <a:moveTo>
                    <a:pt x="1121625" y="478066"/>
                  </a:moveTo>
                  <a:lnTo>
                    <a:pt x="1119238" y="466255"/>
                  </a:lnTo>
                  <a:lnTo>
                    <a:pt x="1112735" y="456603"/>
                  </a:lnTo>
                  <a:lnTo>
                    <a:pt x="1103096" y="450100"/>
                  </a:lnTo>
                  <a:lnTo>
                    <a:pt x="1091285" y="447713"/>
                  </a:lnTo>
                  <a:lnTo>
                    <a:pt x="504024" y="447713"/>
                  </a:lnTo>
                  <a:lnTo>
                    <a:pt x="483552" y="441642"/>
                  </a:lnTo>
                  <a:lnTo>
                    <a:pt x="466623" y="429387"/>
                  </a:lnTo>
                  <a:lnTo>
                    <a:pt x="454596" y="412191"/>
                  </a:lnTo>
                  <a:lnTo>
                    <a:pt x="448843" y="391312"/>
                  </a:lnTo>
                  <a:lnTo>
                    <a:pt x="448843" y="30340"/>
                  </a:lnTo>
                  <a:lnTo>
                    <a:pt x="446468" y="18529"/>
                  </a:lnTo>
                  <a:lnTo>
                    <a:pt x="439966" y="8890"/>
                  </a:lnTo>
                  <a:lnTo>
                    <a:pt x="430326" y="2387"/>
                  </a:lnTo>
                  <a:lnTo>
                    <a:pt x="418515" y="0"/>
                  </a:lnTo>
                  <a:lnTo>
                    <a:pt x="30340" y="0"/>
                  </a:lnTo>
                  <a:lnTo>
                    <a:pt x="18529" y="2387"/>
                  </a:lnTo>
                  <a:lnTo>
                    <a:pt x="8890" y="8890"/>
                  </a:lnTo>
                  <a:lnTo>
                    <a:pt x="2387" y="18529"/>
                  </a:lnTo>
                  <a:lnTo>
                    <a:pt x="0" y="30340"/>
                  </a:lnTo>
                  <a:lnTo>
                    <a:pt x="0" y="418503"/>
                  </a:lnTo>
                  <a:lnTo>
                    <a:pt x="2387" y="430314"/>
                  </a:lnTo>
                  <a:lnTo>
                    <a:pt x="8890" y="439953"/>
                  </a:lnTo>
                  <a:lnTo>
                    <a:pt x="18529" y="446455"/>
                  </a:lnTo>
                  <a:lnTo>
                    <a:pt x="30340" y="448843"/>
                  </a:lnTo>
                  <a:lnTo>
                    <a:pt x="394728" y="448843"/>
                  </a:lnTo>
                  <a:lnTo>
                    <a:pt x="415188" y="455561"/>
                  </a:lnTo>
                  <a:lnTo>
                    <a:pt x="431761" y="468350"/>
                  </a:lnTo>
                  <a:lnTo>
                    <a:pt x="443217" y="485851"/>
                  </a:lnTo>
                  <a:lnTo>
                    <a:pt x="448335" y="506666"/>
                  </a:lnTo>
                  <a:lnTo>
                    <a:pt x="448335" y="1090676"/>
                  </a:lnTo>
                  <a:lnTo>
                    <a:pt x="450723" y="1102487"/>
                  </a:lnTo>
                  <a:lnTo>
                    <a:pt x="457225" y="1112126"/>
                  </a:lnTo>
                  <a:lnTo>
                    <a:pt x="466864" y="1118628"/>
                  </a:lnTo>
                  <a:lnTo>
                    <a:pt x="478675" y="1121003"/>
                  </a:lnTo>
                  <a:lnTo>
                    <a:pt x="1091285" y="1121003"/>
                  </a:lnTo>
                  <a:lnTo>
                    <a:pt x="1103096" y="1118628"/>
                  </a:lnTo>
                  <a:lnTo>
                    <a:pt x="1112735" y="1112126"/>
                  </a:lnTo>
                  <a:lnTo>
                    <a:pt x="1119238" y="1102487"/>
                  </a:lnTo>
                  <a:lnTo>
                    <a:pt x="1121625" y="1090676"/>
                  </a:lnTo>
                  <a:lnTo>
                    <a:pt x="1121625" y="478066"/>
                  </a:lnTo>
                  <a:close/>
                </a:path>
                <a:path w="3423285" h="1121410">
                  <a:moveTo>
                    <a:pt x="2657310" y="326326"/>
                  </a:moveTo>
                  <a:lnTo>
                    <a:pt x="2637713" y="290563"/>
                  </a:lnTo>
                  <a:lnTo>
                    <a:pt x="2600134" y="279374"/>
                  </a:lnTo>
                  <a:lnTo>
                    <a:pt x="2595270" y="279234"/>
                  </a:lnTo>
                  <a:lnTo>
                    <a:pt x="2592857" y="279234"/>
                  </a:lnTo>
                  <a:lnTo>
                    <a:pt x="2550503" y="283705"/>
                  </a:lnTo>
                  <a:lnTo>
                    <a:pt x="2510320" y="295275"/>
                  </a:lnTo>
                  <a:lnTo>
                    <a:pt x="2473261" y="311137"/>
                  </a:lnTo>
                  <a:lnTo>
                    <a:pt x="2402014" y="350647"/>
                  </a:lnTo>
                  <a:lnTo>
                    <a:pt x="2363343" y="374484"/>
                  </a:lnTo>
                  <a:lnTo>
                    <a:pt x="2324404" y="400253"/>
                  </a:lnTo>
                  <a:lnTo>
                    <a:pt x="2285301" y="428180"/>
                  </a:lnTo>
                  <a:lnTo>
                    <a:pt x="2246185" y="458482"/>
                  </a:lnTo>
                  <a:lnTo>
                    <a:pt x="2207171" y="491388"/>
                  </a:lnTo>
                  <a:lnTo>
                    <a:pt x="2168398" y="527113"/>
                  </a:lnTo>
                  <a:lnTo>
                    <a:pt x="2129980" y="565899"/>
                  </a:lnTo>
                  <a:lnTo>
                    <a:pt x="2092058" y="607974"/>
                  </a:lnTo>
                  <a:lnTo>
                    <a:pt x="2089619" y="610400"/>
                  </a:lnTo>
                  <a:lnTo>
                    <a:pt x="2110511" y="567169"/>
                  </a:lnTo>
                  <a:lnTo>
                    <a:pt x="2132800" y="524408"/>
                  </a:lnTo>
                  <a:lnTo>
                    <a:pt x="2154834" y="481520"/>
                  </a:lnTo>
                  <a:lnTo>
                    <a:pt x="2174964" y="437832"/>
                  </a:lnTo>
                  <a:lnTo>
                    <a:pt x="2191524" y="392734"/>
                  </a:lnTo>
                  <a:lnTo>
                    <a:pt x="2201786" y="337108"/>
                  </a:lnTo>
                  <a:lnTo>
                    <a:pt x="2197824" y="309041"/>
                  </a:lnTo>
                  <a:lnTo>
                    <a:pt x="2171052" y="279590"/>
                  </a:lnTo>
                  <a:lnTo>
                    <a:pt x="2155126" y="277482"/>
                  </a:lnTo>
                  <a:lnTo>
                    <a:pt x="2151049" y="277482"/>
                  </a:lnTo>
                  <a:lnTo>
                    <a:pt x="2089010" y="293471"/>
                  </a:lnTo>
                  <a:lnTo>
                    <a:pt x="2044103" y="315696"/>
                  </a:lnTo>
                  <a:lnTo>
                    <a:pt x="1995817" y="345160"/>
                  </a:lnTo>
                  <a:lnTo>
                    <a:pt x="1949958" y="378066"/>
                  </a:lnTo>
                  <a:lnTo>
                    <a:pt x="1906676" y="414274"/>
                  </a:lnTo>
                  <a:lnTo>
                    <a:pt x="1866125" y="453694"/>
                  </a:lnTo>
                  <a:lnTo>
                    <a:pt x="1870824" y="463219"/>
                  </a:lnTo>
                  <a:lnTo>
                    <a:pt x="1877898" y="454037"/>
                  </a:lnTo>
                  <a:lnTo>
                    <a:pt x="1896960" y="440016"/>
                  </a:lnTo>
                  <a:lnTo>
                    <a:pt x="1948497" y="407466"/>
                  </a:lnTo>
                  <a:lnTo>
                    <a:pt x="1990420" y="388696"/>
                  </a:lnTo>
                  <a:lnTo>
                    <a:pt x="2012429" y="384657"/>
                  </a:lnTo>
                  <a:lnTo>
                    <a:pt x="2036559" y="390474"/>
                  </a:lnTo>
                  <a:lnTo>
                    <a:pt x="2042693" y="408330"/>
                  </a:lnTo>
                  <a:lnTo>
                    <a:pt x="2037803" y="431546"/>
                  </a:lnTo>
                  <a:lnTo>
                    <a:pt x="2028812" y="453694"/>
                  </a:lnTo>
                  <a:lnTo>
                    <a:pt x="2012594" y="489953"/>
                  </a:lnTo>
                  <a:lnTo>
                    <a:pt x="1996389" y="526491"/>
                  </a:lnTo>
                  <a:lnTo>
                    <a:pt x="1964105" y="599643"/>
                  </a:lnTo>
                  <a:lnTo>
                    <a:pt x="1942871" y="647407"/>
                  </a:lnTo>
                  <a:lnTo>
                    <a:pt x="1921332" y="695286"/>
                  </a:lnTo>
                  <a:lnTo>
                    <a:pt x="1856409" y="838263"/>
                  </a:lnTo>
                  <a:lnTo>
                    <a:pt x="1834870" y="886040"/>
                  </a:lnTo>
                  <a:lnTo>
                    <a:pt x="1813471" y="934059"/>
                  </a:lnTo>
                  <a:lnTo>
                    <a:pt x="1792541" y="981837"/>
                  </a:lnTo>
                  <a:lnTo>
                    <a:pt x="1771916" y="1029906"/>
                  </a:lnTo>
                  <a:lnTo>
                    <a:pt x="1751799" y="1078128"/>
                  </a:lnTo>
                  <a:lnTo>
                    <a:pt x="1885505" y="1078382"/>
                  </a:lnTo>
                  <a:lnTo>
                    <a:pt x="1939785" y="963676"/>
                  </a:lnTo>
                  <a:lnTo>
                    <a:pt x="1972271" y="895502"/>
                  </a:lnTo>
                  <a:lnTo>
                    <a:pt x="1995944" y="846912"/>
                  </a:lnTo>
                  <a:lnTo>
                    <a:pt x="2023745" y="790981"/>
                  </a:lnTo>
                  <a:lnTo>
                    <a:pt x="2049348" y="741921"/>
                  </a:lnTo>
                  <a:lnTo>
                    <a:pt x="2076310" y="695134"/>
                  </a:lnTo>
                  <a:lnTo>
                    <a:pt x="2104605" y="651014"/>
                  </a:lnTo>
                  <a:lnTo>
                    <a:pt x="2133841" y="610400"/>
                  </a:lnTo>
                  <a:lnTo>
                    <a:pt x="2134806" y="609053"/>
                  </a:lnTo>
                  <a:lnTo>
                    <a:pt x="2167090" y="569328"/>
                  </a:lnTo>
                  <a:lnTo>
                    <a:pt x="2201710" y="531812"/>
                  </a:lnTo>
                  <a:lnTo>
                    <a:pt x="2238959" y="496417"/>
                  </a:lnTo>
                  <a:lnTo>
                    <a:pt x="2279104" y="463118"/>
                  </a:lnTo>
                  <a:lnTo>
                    <a:pt x="2322398" y="431825"/>
                  </a:lnTo>
                  <a:lnTo>
                    <a:pt x="2373236" y="401243"/>
                  </a:lnTo>
                  <a:lnTo>
                    <a:pt x="2421102" y="380085"/>
                  </a:lnTo>
                  <a:lnTo>
                    <a:pt x="2436393" y="375031"/>
                  </a:lnTo>
                  <a:lnTo>
                    <a:pt x="2449093" y="375031"/>
                  </a:lnTo>
                  <a:lnTo>
                    <a:pt x="2453157" y="375704"/>
                  </a:lnTo>
                  <a:lnTo>
                    <a:pt x="2456891" y="377012"/>
                  </a:lnTo>
                  <a:lnTo>
                    <a:pt x="2482761" y="403199"/>
                  </a:lnTo>
                  <a:lnTo>
                    <a:pt x="2481745" y="443318"/>
                  </a:lnTo>
                  <a:lnTo>
                    <a:pt x="2467076" y="486257"/>
                  </a:lnTo>
                  <a:lnTo>
                    <a:pt x="2451963" y="520915"/>
                  </a:lnTo>
                  <a:lnTo>
                    <a:pt x="2435047" y="562051"/>
                  </a:lnTo>
                  <a:lnTo>
                    <a:pt x="2418880" y="600621"/>
                  </a:lnTo>
                  <a:lnTo>
                    <a:pt x="2402446" y="639064"/>
                  </a:lnTo>
                  <a:lnTo>
                    <a:pt x="2384717" y="679856"/>
                  </a:lnTo>
                  <a:lnTo>
                    <a:pt x="2364651" y="725424"/>
                  </a:lnTo>
                  <a:lnTo>
                    <a:pt x="2341232" y="778243"/>
                  </a:lnTo>
                  <a:lnTo>
                    <a:pt x="2317699" y="831049"/>
                  </a:lnTo>
                  <a:lnTo>
                    <a:pt x="2293582" y="886675"/>
                  </a:lnTo>
                  <a:lnTo>
                    <a:pt x="2271598" y="941717"/>
                  </a:lnTo>
                  <a:lnTo>
                    <a:pt x="2254453" y="992771"/>
                  </a:lnTo>
                  <a:lnTo>
                    <a:pt x="2244877" y="1036447"/>
                  </a:lnTo>
                  <a:lnTo>
                    <a:pt x="2243836" y="1050213"/>
                  </a:lnTo>
                  <a:lnTo>
                    <a:pt x="2244255" y="1057059"/>
                  </a:lnTo>
                  <a:lnTo>
                    <a:pt x="2272360" y="1084732"/>
                  </a:lnTo>
                  <a:lnTo>
                    <a:pt x="2284552" y="1085710"/>
                  </a:lnTo>
                  <a:lnTo>
                    <a:pt x="2287003" y="1085684"/>
                  </a:lnTo>
                  <a:lnTo>
                    <a:pt x="2352281" y="1071714"/>
                  </a:lnTo>
                  <a:lnTo>
                    <a:pt x="2407970" y="1044460"/>
                  </a:lnTo>
                  <a:lnTo>
                    <a:pt x="2446197" y="1020610"/>
                  </a:lnTo>
                  <a:lnTo>
                    <a:pt x="2484399" y="993394"/>
                  </a:lnTo>
                  <a:lnTo>
                    <a:pt x="2508567" y="974178"/>
                  </a:lnTo>
                  <a:lnTo>
                    <a:pt x="2521254" y="964095"/>
                  </a:lnTo>
                  <a:lnTo>
                    <a:pt x="2555379" y="934059"/>
                  </a:lnTo>
                  <a:lnTo>
                    <a:pt x="2565501" y="907580"/>
                  </a:lnTo>
                  <a:lnTo>
                    <a:pt x="2543454" y="924382"/>
                  </a:lnTo>
                  <a:lnTo>
                    <a:pt x="2519299" y="941082"/>
                  </a:lnTo>
                  <a:lnTo>
                    <a:pt x="2494343" y="956449"/>
                  </a:lnTo>
                  <a:lnTo>
                    <a:pt x="2469845" y="969213"/>
                  </a:lnTo>
                  <a:lnTo>
                    <a:pt x="2464955" y="971473"/>
                  </a:lnTo>
                  <a:lnTo>
                    <a:pt x="2457589" y="974178"/>
                  </a:lnTo>
                  <a:lnTo>
                    <a:pt x="2440952" y="974178"/>
                  </a:lnTo>
                  <a:lnTo>
                    <a:pt x="2435682" y="969810"/>
                  </a:lnTo>
                  <a:lnTo>
                    <a:pt x="2428252" y="959993"/>
                  </a:lnTo>
                  <a:lnTo>
                    <a:pt x="2428202" y="952334"/>
                  </a:lnTo>
                  <a:lnTo>
                    <a:pt x="2428684" y="946365"/>
                  </a:lnTo>
                  <a:lnTo>
                    <a:pt x="2440152" y="901382"/>
                  </a:lnTo>
                  <a:lnTo>
                    <a:pt x="2466213" y="839355"/>
                  </a:lnTo>
                  <a:lnTo>
                    <a:pt x="2486736" y="792556"/>
                  </a:lnTo>
                  <a:lnTo>
                    <a:pt x="2507615" y="745909"/>
                  </a:lnTo>
                  <a:lnTo>
                    <a:pt x="2530513" y="695134"/>
                  </a:lnTo>
                  <a:lnTo>
                    <a:pt x="2549601" y="652691"/>
                  </a:lnTo>
                  <a:lnTo>
                    <a:pt x="2570327" y="605967"/>
                  </a:lnTo>
                  <a:lnTo>
                    <a:pt x="2590609" y="559054"/>
                  </a:lnTo>
                  <a:lnTo>
                    <a:pt x="2625750" y="474713"/>
                  </a:lnTo>
                  <a:lnTo>
                    <a:pt x="2643784" y="426212"/>
                  </a:lnTo>
                  <a:lnTo>
                    <a:pt x="2656598" y="375031"/>
                  </a:lnTo>
                  <a:lnTo>
                    <a:pt x="2656814" y="374142"/>
                  </a:lnTo>
                  <a:lnTo>
                    <a:pt x="2657310" y="326326"/>
                  </a:lnTo>
                  <a:close/>
                </a:path>
                <a:path w="3423285" h="1121410">
                  <a:moveTo>
                    <a:pt x="3422840" y="1077277"/>
                  </a:moveTo>
                  <a:lnTo>
                    <a:pt x="3351771" y="897712"/>
                  </a:lnTo>
                  <a:lnTo>
                    <a:pt x="3300057" y="767029"/>
                  </a:lnTo>
                  <a:lnTo>
                    <a:pt x="3177959" y="458546"/>
                  </a:lnTo>
                  <a:lnTo>
                    <a:pt x="3169564" y="437337"/>
                  </a:lnTo>
                  <a:lnTo>
                    <a:pt x="3169564" y="766940"/>
                  </a:lnTo>
                  <a:lnTo>
                    <a:pt x="2925292" y="767029"/>
                  </a:lnTo>
                  <a:lnTo>
                    <a:pt x="3047428" y="458546"/>
                  </a:lnTo>
                  <a:lnTo>
                    <a:pt x="3169564" y="766940"/>
                  </a:lnTo>
                  <a:lnTo>
                    <a:pt x="3169564" y="437337"/>
                  </a:lnTo>
                  <a:lnTo>
                    <a:pt x="3112681" y="293598"/>
                  </a:lnTo>
                  <a:lnTo>
                    <a:pt x="2982087" y="293598"/>
                  </a:lnTo>
                  <a:lnTo>
                    <a:pt x="2671889" y="1077277"/>
                  </a:lnTo>
                  <a:lnTo>
                    <a:pt x="2802509" y="1077277"/>
                  </a:lnTo>
                  <a:lnTo>
                    <a:pt x="2873578" y="897712"/>
                  </a:lnTo>
                  <a:lnTo>
                    <a:pt x="3221177" y="897712"/>
                  </a:lnTo>
                  <a:lnTo>
                    <a:pt x="3292246" y="1077277"/>
                  </a:lnTo>
                  <a:lnTo>
                    <a:pt x="3422840" y="1077277"/>
                  </a:lnTo>
                  <a:close/>
                </a:path>
              </a:pathLst>
            </a:custGeom>
            <a:solidFill>
              <a:srgbClr val="FFFFFF"/>
            </a:solidFill>
          </p:spPr>
          <p:txBody>
            <a:bodyPr wrap="square" lIns="0" tIns="0" rIns="0" bIns="0" rtlCol="0"/>
            <a:lstStyle/>
            <a:p>
              <a:endParaRPr/>
            </a:p>
          </p:txBody>
        </p:sp>
        <p:pic>
          <p:nvPicPr>
            <p:cNvPr id="6" name="object 6"/>
            <p:cNvPicPr/>
            <p:nvPr/>
          </p:nvPicPr>
          <p:blipFill>
            <a:blip r:embed="rId4" cstate="print"/>
            <a:stretch>
              <a:fillRect/>
            </a:stretch>
          </p:blipFill>
          <p:spPr>
            <a:xfrm>
              <a:off x="2679733" y="2429097"/>
              <a:ext cx="226118" cy="226129"/>
            </a:xfrm>
            <a:prstGeom prst="rect">
              <a:avLst/>
            </a:prstGeom>
          </p:spPr>
        </p:pic>
        <p:sp>
          <p:nvSpPr>
            <p:cNvPr id="7" name="object 7"/>
            <p:cNvSpPr/>
            <p:nvPr/>
          </p:nvSpPr>
          <p:spPr>
            <a:xfrm>
              <a:off x="5018824" y="1582679"/>
              <a:ext cx="788035" cy="788035"/>
            </a:xfrm>
            <a:custGeom>
              <a:avLst/>
              <a:gdLst/>
              <a:ahLst/>
              <a:cxnLst/>
              <a:rect l="l" t="t" r="r" b="b"/>
              <a:pathLst>
                <a:path w="788035" h="788035">
                  <a:moveTo>
                    <a:pt x="393977" y="0"/>
                  </a:moveTo>
                  <a:lnTo>
                    <a:pt x="344554" y="3069"/>
                  </a:lnTo>
                  <a:lnTo>
                    <a:pt x="296963" y="12032"/>
                  </a:lnTo>
                  <a:lnTo>
                    <a:pt x="251575" y="26519"/>
                  </a:lnTo>
                  <a:lnTo>
                    <a:pt x="208758" y="46160"/>
                  </a:lnTo>
                  <a:lnTo>
                    <a:pt x="168881" y="70587"/>
                  </a:lnTo>
                  <a:lnTo>
                    <a:pt x="132314" y="99430"/>
                  </a:lnTo>
                  <a:lnTo>
                    <a:pt x="99424" y="132320"/>
                  </a:lnTo>
                  <a:lnTo>
                    <a:pt x="70582" y="168888"/>
                  </a:lnTo>
                  <a:lnTo>
                    <a:pt x="46157" y="208764"/>
                  </a:lnTo>
                  <a:lnTo>
                    <a:pt x="26516" y="251579"/>
                  </a:lnTo>
                  <a:lnTo>
                    <a:pt x="12031" y="296964"/>
                  </a:lnTo>
                  <a:lnTo>
                    <a:pt x="3069" y="344550"/>
                  </a:lnTo>
                  <a:lnTo>
                    <a:pt x="0" y="393967"/>
                  </a:lnTo>
                  <a:lnTo>
                    <a:pt x="3069" y="443388"/>
                  </a:lnTo>
                  <a:lnTo>
                    <a:pt x="12031" y="490977"/>
                  </a:lnTo>
                  <a:lnTo>
                    <a:pt x="26516" y="536364"/>
                  </a:lnTo>
                  <a:lnTo>
                    <a:pt x="46157" y="579181"/>
                  </a:lnTo>
                  <a:lnTo>
                    <a:pt x="70582" y="619058"/>
                  </a:lnTo>
                  <a:lnTo>
                    <a:pt x="99424" y="655626"/>
                  </a:lnTo>
                  <a:lnTo>
                    <a:pt x="132314" y="688516"/>
                  </a:lnTo>
                  <a:lnTo>
                    <a:pt x="168881" y="717359"/>
                  </a:lnTo>
                  <a:lnTo>
                    <a:pt x="208758" y="741785"/>
                  </a:lnTo>
                  <a:lnTo>
                    <a:pt x="251575" y="761426"/>
                  </a:lnTo>
                  <a:lnTo>
                    <a:pt x="296963" y="775912"/>
                  </a:lnTo>
                  <a:lnTo>
                    <a:pt x="344554" y="784875"/>
                  </a:lnTo>
                  <a:lnTo>
                    <a:pt x="393977" y="787944"/>
                  </a:lnTo>
                  <a:lnTo>
                    <a:pt x="444511" y="784733"/>
                  </a:lnTo>
                  <a:lnTo>
                    <a:pt x="493119" y="775364"/>
                  </a:lnTo>
                  <a:lnTo>
                    <a:pt x="539405" y="760232"/>
                  </a:lnTo>
                  <a:lnTo>
                    <a:pt x="582975" y="739733"/>
                  </a:lnTo>
                  <a:lnTo>
                    <a:pt x="623434" y="714262"/>
                  </a:lnTo>
                  <a:lnTo>
                    <a:pt x="660386" y="684215"/>
                  </a:lnTo>
                  <a:lnTo>
                    <a:pt x="693436" y="649986"/>
                  </a:lnTo>
                  <a:lnTo>
                    <a:pt x="722189" y="611972"/>
                  </a:lnTo>
                  <a:lnTo>
                    <a:pt x="746251" y="570567"/>
                  </a:lnTo>
                  <a:lnTo>
                    <a:pt x="765226" y="526167"/>
                  </a:lnTo>
                  <a:lnTo>
                    <a:pt x="778719" y="479168"/>
                  </a:lnTo>
                  <a:lnTo>
                    <a:pt x="785603" y="437247"/>
                  </a:lnTo>
                  <a:lnTo>
                    <a:pt x="787955" y="393967"/>
                  </a:lnTo>
                  <a:lnTo>
                    <a:pt x="787629" y="377916"/>
                  </a:lnTo>
                  <a:lnTo>
                    <a:pt x="786667" y="362030"/>
                  </a:lnTo>
                  <a:lnTo>
                    <a:pt x="439923" y="362030"/>
                  </a:lnTo>
                  <a:lnTo>
                    <a:pt x="394626" y="479168"/>
                  </a:lnTo>
                  <a:lnTo>
                    <a:pt x="646252" y="479168"/>
                  </a:lnTo>
                  <a:lnTo>
                    <a:pt x="627243" y="522329"/>
                  </a:lnTo>
                  <a:lnTo>
                    <a:pt x="601209" y="561074"/>
                  </a:lnTo>
                  <a:lnTo>
                    <a:pt x="568957" y="594590"/>
                  </a:lnTo>
                  <a:lnTo>
                    <a:pt x="531299" y="622070"/>
                  </a:lnTo>
                  <a:lnTo>
                    <a:pt x="489044" y="642701"/>
                  </a:lnTo>
                  <a:lnTo>
                    <a:pt x="443000" y="655674"/>
                  </a:lnTo>
                  <a:lnTo>
                    <a:pt x="393977" y="660178"/>
                  </a:lnTo>
                  <a:lnTo>
                    <a:pt x="346124" y="655890"/>
                  </a:lnTo>
                  <a:lnTo>
                    <a:pt x="301085" y="643526"/>
                  </a:lnTo>
                  <a:lnTo>
                    <a:pt x="259614" y="623837"/>
                  </a:lnTo>
                  <a:lnTo>
                    <a:pt x="222461" y="597575"/>
                  </a:lnTo>
                  <a:lnTo>
                    <a:pt x="190379" y="565491"/>
                  </a:lnTo>
                  <a:lnTo>
                    <a:pt x="164117" y="528337"/>
                  </a:lnTo>
                  <a:lnTo>
                    <a:pt x="144428" y="486864"/>
                  </a:lnTo>
                  <a:lnTo>
                    <a:pt x="132064" y="441823"/>
                  </a:lnTo>
                  <a:lnTo>
                    <a:pt x="127776" y="393967"/>
                  </a:lnTo>
                  <a:lnTo>
                    <a:pt x="132064" y="346119"/>
                  </a:lnTo>
                  <a:lnTo>
                    <a:pt x="144428" y="301083"/>
                  </a:lnTo>
                  <a:lnTo>
                    <a:pt x="164117" y="259613"/>
                  </a:lnTo>
                  <a:lnTo>
                    <a:pt x="190379" y="222460"/>
                  </a:lnTo>
                  <a:lnTo>
                    <a:pt x="222461" y="190375"/>
                  </a:lnTo>
                  <a:lnTo>
                    <a:pt x="259614" y="164111"/>
                  </a:lnTo>
                  <a:lnTo>
                    <a:pt x="301085" y="144420"/>
                  </a:lnTo>
                  <a:lnTo>
                    <a:pt x="346124" y="132054"/>
                  </a:lnTo>
                  <a:lnTo>
                    <a:pt x="393977" y="127765"/>
                  </a:lnTo>
                  <a:lnTo>
                    <a:pt x="414342" y="128545"/>
                  </a:lnTo>
                  <a:lnTo>
                    <a:pt x="453752" y="134577"/>
                  </a:lnTo>
                  <a:lnTo>
                    <a:pt x="497073" y="148539"/>
                  </a:lnTo>
                  <a:lnTo>
                    <a:pt x="540046" y="171366"/>
                  </a:lnTo>
                  <a:lnTo>
                    <a:pt x="578974" y="202573"/>
                  </a:lnTo>
                  <a:lnTo>
                    <a:pt x="605992" y="233008"/>
                  </a:lnTo>
                  <a:lnTo>
                    <a:pt x="616682" y="248337"/>
                  </a:lnTo>
                  <a:lnTo>
                    <a:pt x="669257" y="112373"/>
                  </a:lnTo>
                  <a:lnTo>
                    <a:pt x="635352" y="82531"/>
                  </a:lnTo>
                  <a:lnTo>
                    <a:pt x="594955" y="55129"/>
                  </a:lnTo>
                  <a:lnTo>
                    <a:pt x="546559" y="30752"/>
                  </a:lnTo>
                  <a:lnTo>
                    <a:pt x="497450" y="13852"/>
                  </a:lnTo>
                  <a:lnTo>
                    <a:pt x="446774" y="3565"/>
                  </a:lnTo>
                  <a:lnTo>
                    <a:pt x="420617" y="904"/>
                  </a:lnTo>
                  <a:lnTo>
                    <a:pt x="393977" y="0"/>
                  </a:lnTo>
                  <a:close/>
                </a:path>
              </a:pathLst>
            </a:custGeom>
            <a:solidFill>
              <a:srgbClr val="FFFFFF"/>
            </a:solidFill>
          </p:spPr>
          <p:txBody>
            <a:bodyPr wrap="square" lIns="0" tIns="0" rIns="0" bIns="0" rtlCol="0"/>
            <a:lstStyle/>
            <a:p>
              <a:endParaRPr/>
            </a:p>
          </p:txBody>
        </p:sp>
      </p:grpSp>
      <p:sp>
        <p:nvSpPr>
          <p:cNvPr id="8" name="object 8"/>
          <p:cNvSpPr txBox="1"/>
          <p:nvPr/>
        </p:nvSpPr>
        <p:spPr>
          <a:xfrm>
            <a:off x="941675" y="4333122"/>
            <a:ext cx="5775648" cy="942104"/>
          </a:xfrm>
          <a:prstGeom prst="rect">
            <a:avLst/>
          </a:prstGeom>
        </p:spPr>
        <p:txBody>
          <a:bodyPr vert="horz" wrap="square" lIns="0" tIns="107048" rIns="0" bIns="0" rtlCol="0">
            <a:spAutoFit/>
          </a:bodyPr>
          <a:lstStyle/>
          <a:p>
            <a:pPr marL="7701">
              <a:spcBef>
                <a:spcPts val="843"/>
              </a:spcBef>
              <a:tabLst>
                <a:tab pos="3758610" algn="l"/>
              </a:tabLst>
            </a:pPr>
            <a:r>
              <a:rPr lang="en-GB" sz="3002" b="1" spc="-24">
                <a:solidFill>
                  <a:srgbClr val="FFFFFF"/>
                </a:solidFill>
                <a:latin typeface="Proxima Nova"/>
                <a:cs typeface="Proxima Nova"/>
              </a:rPr>
              <a:t>Strategy Update Board 155</a:t>
            </a:r>
            <a:endParaRPr sz="3002">
              <a:latin typeface="Proxima Nova"/>
              <a:cs typeface="Proxima Nova"/>
            </a:endParaRPr>
          </a:p>
          <a:p>
            <a:pPr marL="7701">
              <a:spcBef>
                <a:spcPts val="522"/>
              </a:spcBef>
            </a:pPr>
            <a:r>
              <a:rPr lang="en-GB" sz="2001" b="1" spc="127">
                <a:solidFill>
                  <a:srgbClr val="FFFFFF"/>
                </a:solidFill>
                <a:latin typeface="ProximaNova-Semibold"/>
                <a:cs typeface="ProximaNova-Semibold"/>
              </a:rPr>
              <a:t>Adrian Tate</a:t>
            </a:r>
            <a:endParaRPr sz="2001">
              <a:latin typeface="ProximaNova-Semibold"/>
              <a:cs typeface="ProximaNova-Semibold"/>
            </a:endParaRPr>
          </a:p>
        </p:txBody>
      </p:sp>
      <p:sp>
        <p:nvSpPr>
          <p:cNvPr id="9" name="object 9"/>
          <p:cNvSpPr txBox="1"/>
          <p:nvPr/>
        </p:nvSpPr>
        <p:spPr>
          <a:xfrm>
            <a:off x="774585" y="5802470"/>
            <a:ext cx="2075883" cy="335512"/>
          </a:xfrm>
          <a:prstGeom prst="rect">
            <a:avLst/>
          </a:prstGeom>
        </p:spPr>
        <p:txBody>
          <a:bodyPr vert="horz" wrap="square" lIns="0" tIns="27340" rIns="0" bIns="0" rtlCol="0">
            <a:spAutoFit/>
          </a:bodyPr>
          <a:lstStyle/>
          <a:p>
            <a:pPr marL="7701">
              <a:spcBef>
                <a:spcPts val="215"/>
              </a:spcBef>
            </a:pPr>
            <a:r>
              <a:rPr lang="en-GB" sz="2001" spc="127">
                <a:solidFill>
                  <a:srgbClr val="FFFFFF"/>
                </a:solidFill>
                <a:latin typeface="ProximaNova-Semibold"/>
                <a:cs typeface="ProximaNova-Semibold"/>
              </a:rPr>
              <a:t>December 2023</a:t>
            </a:r>
            <a:endParaRPr sz="2001">
              <a:latin typeface="Proxima Nova"/>
              <a:cs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7AAB3-5691-185B-9435-794B5D01A273}"/>
              </a:ext>
            </a:extLst>
          </p:cNvPr>
          <p:cNvSpPr>
            <a:spLocks noGrp="1"/>
          </p:cNvSpPr>
          <p:nvPr>
            <p:ph type="body" sz="quarter" idx="11"/>
          </p:nvPr>
        </p:nvSpPr>
        <p:spPr/>
        <p:txBody>
          <a:bodyPr/>
          <a:lstStyle/>
          <a:p>
            <a:r>
              <a:rPr lang="en-US"/>
              <a:t>Agenda</a:t>
            </a:r>
          </a:p>
        </p:txBody>
      </p:sp>
      <p:sp>
        <p:nvSpPr>
          <p:cNvPr id="5" name="TextBox 4">
            <a:extLst>
              <a:ext uri="{FF2B5EF4-FFF2-40B4-BE49-F238E27FC236}">
                <a16:creationId xmlns:a16="http://schemas.microsoft.com/office/drawing/2014/main" id="{3E111596-BB04-DC00-DE53-286081B62A16}"/>
              </a:ext>
            </a:extLst>
          </p:cNvPr>
          <p:cNvSpPr txBox="1"/>
          <p:nvPr/>
        </p:nvSpPr>
        <p:spPr>
          <a:xfrm>
            <a:off x="1031457" y="1953729"/>
            <a:ext cx="7607577" cy="4585871"/>
          </a:xfrm>
          <a:prstGeom prst="rect">
            <a:avLst/>
          </a:prstGeom>
          <a:noFill/>
        </p:spPr>
        <p:txBody>
          <a:bodyPr wrap="square" rtlCol="0">
            <a:spAutoFit/>
          </a:bodyPr>
          <a:lstStyle/>
          <a:p>
            <a:pPr marL="514350" indent="-514350">
              <a:buFont typeface="+mj-lt"/>
              <a:buAutoNum type="arabicPeriod"/>
            </a:pPr>
            <a:r>
              <a:rPr lang="en-US" sz="3200" dirty="0">
                <a:solidFill>
                  <a:schemeClr val="bg1"/>
                </a:solidFill>
                <a:latin typeface="+mn-lt"/>
              </a:rPr>
              <a:t>Project Neo Update</a:t>
            </a:r>
          </a:p>
          <a:p>
            <a:pPr marL="514350" indent="-514350">
              <a:buFont typeface="+mj-lt"/>
              <a:buAutoNum type="arabicPeriod"/>
            </a:pPr>
            <a:r>
              <a:rPr lang="en-US" sz="3200" dirty="0">
                <a:solidFill>
                  <a:schemeClr val="bg1"/>
                </a:solidFill>
                <a:latin typeface="+mn-lt"/>
              </a:rPr>
              <a:t>Group Strategy and NAG Strategy</a:t>
            </a:r>
          </a:p>
          <a:p>
            <a:pPr marL="971550" lvl="1" indent="-514350">
              <a:buFont typeface="+mj-lt"/>
              <a:buAutoNum type="arabicPeriod"/>
            </a:pPr>
            <a:r>
              <a:rPr lang="en-US" sz="3200" dirty="0">
                <a:solidFill>
                  <a:schemeClr val="bg1"/>
                </a:solidFill>
                <a:latin typeface="+mn-lt"/>
              </a:rPr>
              <a:t>Progress</a:t>
            </a:r>
          </a:p>
          <a:p>
            <a:pPr marL="971550" lvl="1" indent="-514350">
              <a:buFont typeface="+mj-lt"/>
              <a:buAutoNum type="arabicPeriod"/>
            </a:pPr>
            <a:r>
              <a:rPr lang="en-US" sz="3200" dirty="0">
                <a:solidFill>
                  <a:schemeClr val="bg1"/>
                </a:solidFill>
                <a:latin typeface="+mn-lt"/>
              </a:rPr>
              <a:t>Update against objectives</a:t>
            </a:r>
          </a:p>
          <a:p>
            <a:pPr marL="971550" lvl="1" indent="-514350">
              <a:buFont typeface="+mj-lt"/>
              <a:buAutoNum type="arabicPeriod"/>
            </a:pPr>
            <a:r>
              <a:rPr lang="en-US" sz="3200" dirty="0">
                <a:solidFill>
                  <a:schemeClr val="bg1"/>
                </a:solidFill>
                <a:latin typeface="+mn-lt"/>
              </a:rPr>
              <a:t>What is going on in the world?</a:t>
            </a:r>
          </a:p>
          <a:p>
            <a:pPr marL="971550" lvl="1" indent="-514350">
              <a:buFont typeface="+mj-lt"/>
              <a:buAutoNum type="arabicPeriod"/>
            </a:pPr>
            <a:r>
              <a:rPr lang="en-US" sz="3200" dirty="0">
                <a:solidFill>
                  <a:schemeClr val="bg1"/>
                </a:solidFill>
                <a:latin typeface="+mn-lt"/>
              </a:rPr>
              <a:t>Modifications to strategy</a:t>
            </a:r>
          </a:p>
          <a:p>
            <a:pPr marL="457200" indent="-457200">
              <a:buFont typeface="Arial" panose="020B0604020202020204" pitchFamily="34" charset="0"/>
              <a:buChar char="•"/>
            </a:pPr>
            <a:endParaRPr lang="en-US" sz="3200" dirty="0">
              <a:solidFill>
                <a:schemeClr val="bg1"/>
              </a:solidFill>
              <a:latin typeface="+mn-lt"/>
            </a:endParaRPr>
          </a:p>
          <a:p>
            <a:pPr marL="800100" lvl="1" indent="-342900">
              <a:buFont typeface="+mj-lt"/>
              <a:buAutoNum type="arabicPeriod"/>
            </a:pPr>
            <a:endParaRPr lang="en-US" sz="3200" dirty="0">
              <a:solidFill>
                <a:schemeClr val="bg1"/>
              </a:solidFill>
              <a:latin typeface="+mn-lt"/>
            </a:endParaRPr>
          </a:p>
          <a:p>
            <a:pPr marL="342900" indent="-342900">
              <a:buFont typeface="+mj-lt"/>
              <a:buAutoNum type="arabicPeriod"/>
            </a:pP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3196693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7AAB3-5691-185B-9435-794B5D01A273}"/>
              </a:ext>
            </a:extLst>
          </p:cNvPr>
          <p:cNvSpPr>
            <a:spLocks noGrp="1"/>
          </p:cNvSpPr>
          <p:nvPr>
            <p:ph type="body" sz="quarter" idx="11"/>
          </p:nvPr>
        </p:nvSpPr>
        <p:spPr/>
        <p:txBody>
          <a:bodyPr/>
          <a:lstStyle/>
          <a:p>
            <a:r>
              <a:rPr lang="en-US" dirty="0"/>
              <a:t>Neo status</a:t>
            </a:r>
          </a:p>
        </p:txBody>
      </p:sp>
      <p:sp>
        <p:nvSpPr>
          <p:cNvPr id="5" name="TextBox 4">
            <a:extLst>
              <a:ext uri="{FF2B5EF4-FFF2-40B4-BE49-F238E27FC236}">
                <a16:creationId xmlns:a16="http://schemas.microsoft.com/office/drawing/2014/main" id="{3E111596-BB04-DC00-DE53-286081B62A16}"/>
              </a:ext>
            </a:extLst>
          </p:cNvPr>
          <p:cNvSpPr txBox="1"/>
          <p:nvPr/>
        </p:nvSpPr>
        <p:spPr>
          <a:xfrm>
            <a:off x="867334" y="1566867"/>
            <a:ext cx="10234419" cy="6063198"/>
          </a:xfrm>
          <a:prstGeom prst="rect">
            <a:avLst/>
          </a:prstGeom>
          <a:noFill/>
        </p:spPr>
        <p:txBody>
          <a:bodyPr wrap="square" rtlCol="0">
            <a:spAutoFit/>
          </a:bodyPr>
          <a:lstStyle/>
          <a:p>
            <a:pPr marL="457200" indent="-457200">
              <a:buFont typeface="Arial" panose="020B0604020202020204" pitchFamily="34" charset="0"/>
              <a:buChar char="•"/>
            </a:pPr>
            <a:r>
              <a:rPr lang="en-US" sz="3200">
                <a:solidFill>
                  <a:schemeClr val="bg1"/>
                </a:solidFill>
                <a:latin typeface="+mn-lt"/>
              </a:rPr>
              <a:t>Term sheet is being negotiated</a:t>
            </a:r>
          </a:p>
          <a:p>
            <a:pPr marL="457200" indent="-457200">
              <a:buFont typeface="Arial" panose="020B0604020202020204" pitchFamily="34" charset="0"/>
              <a:buChar char="•"/>
            </a:pPr>
            <a:r>
              <a:rPr lang="en-US" sz="3200">
                <a:solidFill>
                  <a:schemeClr val="bg1"/>
                </a:solidFill>
                <a:latin typeface="+mn-lt"/>
              </a:rPr>
              <a:t>Negotiations remain amicable, respectful and open</a:t>
            </a:r>
          </a:p>
          <a:p>
            <a:pPr marL="457200" indent="-457200">
              <a:buFont typeface="Arial" panose="020B0604020202020204" pitchFamily="34" charset="0"/>
              <a:buChar char="•"/>
            </a:pPr>
            <a:r>
              <a:rPr lang="en-US" sz="3200">
                <a:solidFill>
                  <a:schemeClr val="bg1"/>
                </a:solidFill>
                <a:latin typeface="+mn-lt"/>
              </a:rPr>
              <a:t>Trust on both sides is very high</a:t>
            </a:r>
          </a:p>
          <a:p>
            <a:pPr marL="457200" indent="-457200">
              <a:buFont typeface="Arial" panose="020B0604020202020204" pitchFamily="34" charset="0"/>
              <a:buChar char="•"/>
            </a:pPr>
            <a:r>
              <a:rPr lang="en-US" sz="3200">
                <a:solidFill>
                  <a:schemeClr val="bg1"/>
                </a:solidFill>
                <a:latin typeface="+mn-lt"/>
              </a:rPr>
              <a:t>Ari (CEO) and Stan (owner) will be in Oxford this week</a:t>
            </a:r>
          </a:p>
          <a:p>
            <a:pPr marL="457200" indent="-457200">
              <a:buFont typeface="Arial" panose="020B0604020202020204" pitchFamily="34" charset="0"/>
              <a:buChar char="•"/>
            </a:pPr>
            <a:r>
              <a:rPr lang="en-US" sz="3200">
                <a:solidFill>
                  <a:schemeClr val="bg1"/>
                </a:solidFill>
                <a:latin typeface="+mn-lt"/>
              </a:rPr>
              <a:t>Hoping for term sheet signature this week</a:t>
            </a:r>
          </a:p>
          <a:p>
            <a:pPr marL="914400" lvl="1" indent="-457200">
              <a:buFont typeface="Arial" panose="020B0604020202020204" pitchFamily="34" charset="0"/>
              <a:buChar char="•"/>
            </a:pPr>
            <a:r>
              <a:rPr lang="en-US" sz="3200">
                <a:solidFill>
                  <a:schemeClr val="bg1"/>
                </a:solidFill>
                <a:latin typeface="+mn-lt"/>
              </a:rPr>
              <a:t>Triggering exclusivity period</a:t>
            </a:r>
          </a:p>
          <a:p>
            <a:pPr marL="457200" indent="-457200">
              <a:buFont typeface="Arial" panose="020B0604020202020204" pitchFamily="34" charset="0"/>
              <a:buChar char="•"/>
            </a:pPr>
            <a:r>
              <a:rPr lang="en-US" sz="3200">
                <a:solidFill>
                  <a:schemeClr val="bg1"/>
                </a:solidFill>
                <a:latin typeface="+mn-lt"/>
              </a:rPr>
              <a:t>Still negotiating according to the model approved at </a:t>
            </a:r>
            <a:r>
              <a:rPr lang="en-US" sz="3200" err="1">
                <a:solidFill>
                  <a:schemeClr val="bg1"/>
                </a:solidFill>
                <a:latin typeface="+mn-lt"/>
              </a:rPr>
              <a:t>BDCom</a:t>
            </a:r>
            <a:endParaRPr lang="en-US" sz="3200">
              <a:solidFill>
                <a:schemeClr val="bg1"/>
              </a:solidFill>
              <a:latin typeface="+mn-lt"/>
            </a:endParaRPr>
          </a:p>
          <a:p>
            <a:pPr marL="457200" indent="-457200">
              <a:buFont typeface="Arial" panose="020B0604020202020204" pitchFamily="34" charset="0"/>
              <a:buChar char="•"/>
            </a:pPr>
            <a:endParaRPr lang="en-US" sz="3200">
              <a:solidFill>
                <a:schemeClr val="bg1"/>
              </a:solidFill>
              <a:latin typeface="+mn-lt"/>
            </a:endParaRPr>
          </a:p>
          <a:p>
            <a:pPr marL="800100" lvl="1" indent="-342900">
              <a:buFont typeface="+mj-lt"/>
              <a:buAutoNum type="arabicPeriod"/>
            </a:pPr>
            <a:endParaRPr lang="en-US" sz="3200">
              <a:solidFill>
                <a:schemeClr val="bg1"/>
              </a:solidFill>
              <a:latin typeface="+mn-lt"/>
            </a:endParaRPr>
          </a:p>
          <a:p>
            <a:pPr marL="342900" indent="-342900">
              <a:buFont typeface="+mj-lt"/>
              <a:buAutoNum type="arabicPeriod"/>
            </a:pPr>
            <a:endParaRPr lang="en-US"/>
          </a:p>
          <a:p>
            <a:pPr marL="342900" indent="-342900">
              <a:buFont typeface="+mj-lt"/>
              <a:buAutoNum type="arabicPeriod"/>
            </a:pPr>
            <a:endParaRPr lang="en-US"/>
          </a:p>
        </p:txBody>
      </p:sp>
    </p:spTree>
    <p:extLst>
      <p:ext uri="{BB962C8B-B14F-4D97-AF65-F5344CB8AC3E}">
        <p14:creationId xmlns:p14="http://schemas.microsoft.com/office/powerpoint/2010/main" val="2644478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CF3FDE-FF98-BA2E-AE72-B288AB5AC562}"/>
              </a:ext>
            </a:extLst>
          </p:cNvPr>
          <p:cNvSpPr>
            <a:spLocks noGrp="1"/>
          </p:cNvSpPr>
          <p:nvPr>
            <p:ph type="body" sz="quarter" idx="10"/>
          </p:nvPr>
        </p:nvSpPr>
        <p:spPr>
          <a:xfrm>
            <a:off x="1247775" y="1436688"/>
            <a:ext cx="10147056" cy="4210050"/>
          </a:xfrm>
        </p:spPr>
        <p:txBody>
          <a:bodyPr/>
          <a:lstStyle/>
          <a:p>
            <a:r>
              <a:rPr lang="en-US"/>
              <a:t>Term sheet signature (this week or next week)</a:t>
            </a:r>
          </a:p>
          <a:p>
            <a:r>
              <a:rPr lang="en-US"/>
              <a:t>DD begins (December)</a:t>
            </a:r>
          </a:p>
          <a:p>
            <a:r>
              <a:rPr lang="en-US"/>
              <a:t>Communications Planning (January)</a:t>
            </a:r>
          </a:p>
          <a:p>
            <a:r>
              <a:rPr lang="en-US"/>
              <a:t>Deal pack to the board (February - look for placeholders)</a:t>
            </a:r>
          </a:p>
          <a:p>
            <a:endParaRPr lang="en-US"/>
          </a:p>
        </p:txBody>
      </p:sp>
      <p:sp>
        <p:nvSpPr>
          <p:cNvPr id="3" name="Text Placeholder 2">
            <a:extLst>
              <a:ext uri="{FF2B5EF4-FFF2-40B4-BE49-F238E27FC236}">
                <a16:creationId xmlns:a16="http://schemas.microsoft.com/office/drawing/2014/main" id="{FE2F8C30-FAD0-E8AF-8CCC-3C93F5A7319C}"/>
              </a:ext>
            </a:extLst>
          </p:cNvPr>
          <p:cNvSpPr>
            <a:spLocks noGrp="1"/>
          </p:cNvSpPr>
          <p:nvPr>
            <p:ph type="body" sz="quarter" idx="11"/>
          </p:nvPr>
        </p:nvSpPr>
        <p:spPr/>
        <p:txBody>
          <a:bodyPr/>
          <a:lstStyle/>
          <a:p>
            <a:r>
              <a:rPr lang="en-US" dirty="0"/>
              <a:t>Neo next steps</a:t>
            </a:r>
          </a:p>
        </p:txBody>
      </p:sp>
    </p:spTree>
    <p:extLst>
      <p:ext uri="{BB962C8B-B14F-4D97-AF65-F5344CB8AC3E}">
        <p14:creationId xmlns:p14="http://schemas.microsoft.com/office/powerpoint/2010/main" val="207561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53A87-4B84-8686-C568-59285E69C137}"/>
              </a:ext>
            </a:extLst>
          </p:cNvPr>
          <p:cNvSpPr>
            <a:spLocks noGrp="1"/>
          </p:cNvSpPr>
          <p:nvPr>
            <p:ph type="body" sz="quarter" idx="11"/>
          </p:nvPr>
        </p:nvSpPr>
        <p:spPr/>
        <p:txBody>
          <a:bodyPr/>
          <a:lstStyle/>
          <a:p>
            <a:r>
              <a:rPr lang="en-US" dirty="0"/>
              <a:t>Existing strategy hierarchy</a:t>
            </a:r>
          </a:p>
        </p:txBody>
      </p:sp>
      <p:grpSp>
        <p:nvGrpSpPr>
          <p:cNvPr id="4" name="Group 3">
            <a:extLst>
              <a:ext uri="{FF2B5EF4-FFF2-40B4-BE49-F238E27FC236}">
                <a16:creationId xmlns:a16="http://schemas.microsoft.com/office/drawing/2014/main" id="{F4BF165B-93B1-DD61-9CB6-BD8BACA6C1EA}"/>
              </a:ext>
            </a:extLst>
          </p:cNvPr>
          <p:cNvGrpSpPr/>
          <p:nvPr/>
        </p:nvGrpSpPr>
        <p:grpSpPr>
          <a:xfrm>
            <a:off x="1184234" y="1356444"/>
            <a:ext cx="3091688" cy="2848961"/>
            <a:chOff x="4675945" y="3429000"/>
            <a:chExt cx="3699839" cy="3409366"/>
          </a:xfrm>
        </p:grpSpPr>
        <p:sp>
          <p:nvSpPr>
            <p:cNvPr id="5" name="Oval 4">
              <a:extLst>
                <a:ext uri="{FF2B5EF4-FFF2-40B4-BE49-F238E27FC236}">
                  <a16:creationId xmlns:a16="http://schemas.microsoft.com/office/drawing/2014/main" id="{AF89B293-1C01-A5AC-69BD-2BBEF9B1FEA8}"/>
                </a:ext>
              </a:extLst>
            </p:cNvPr>
            <p:cNvSpPr/>
            <p:nvPr/>
          </p:nvSpPr>
          <p:spPr>
            <a:xfrm>
              <a:off x="5706776" y="3429000"/>
              <a:ext cx="1590261" cy="1590261"/>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t>Group</a:t>
              </a:r>
              <a:br>
                <a:rPr lang="en-US"/>
              </a:br>
              <a:r>
                <a:rPr lang="en-US"/>
                <a:t>Strategy</a:t>
              </a:r>
            </a:p>
          </p:txBody>
        </p:sp>
        <p:sp>
          <p:nvSpPr>
            <p:cNvPr id="6" name="Oval 5">
              <a:extLst>
                <a:ext uri="{FF2B5EF4-FFF2-40B4-BE49-F238E27FC236}">
                  <a16:creationId xmlns:a16="http://schemas.microsoft.com/office/drawing/2014/main" id="{01B7545F-F0AA-CBBB-6101-E4BCD590B314}"/>
                </a:ext>
              </a:extLst>
            </p:cNvPr>
            <p:cNvSpPr/>
            <p:nvPr/>
          </p:nvSpPr>
          <p:spPr>
            <a:xfrm>
              <a:off x="4675945" y="5184982"/>
              <a:ext cx="1590261" cy="1590261"/>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t>S1</a:t>
              </a:r>
              <a:br>
                <a:rPr lang="en-US"/>
              </a:br>
              <a:r>
                <a:rPr lang="en-US"/>
                <a:t>Business</a:t>
              </a:r>
              <a:br>
                <a:rPr lang="en-US"/>
              </a:br>
              <a:r>
                <a:rPr lang="en-US"/>
                <a:t>Strategy</a:t>
              </a:r>
            </a:p>
          </p:txBody>
        </p:sp>
        <p:sp>
          <p:nvSpPr>
            <p:cNvPr id="7" name="Oval 6">
              <a:extLst>
                <a:ext uri="{FF2B5EF4-FFF2-40B4-BE49-F238E27FC236}">
                  <a16:creationId xmlns:a16="http://schemas.microsoft.com/office/drawing/2014/main" id="{09A67B34-1F85-68FC-E73E-C6F587F5BCCF}"/>
                </a:ext>
              </a:extLst>
            </p:cNvPr>
            <p:cNvSpPr/>
            <p:nvPr/>
          </p:nvSpPr>
          <p:spPr>
            <a:xfrm>
              <a:off x="6785523" y="5248105"/>
              <a:ext cx="1590261" cy="1590261"/>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t>B2</a:t>
              </a:r>
              <a:br>
                <a:rPr lang="en-US"/>
              </a:br>
              <a:r>
                <a:rPr lang="en-US"/>
                <a:t>Business</a:t>
              </a:r>
              <a:br>
                <a:rPr lang="en-US"/>
              </a:br>
              <a:r>
                <a:rPr lang="en-US"/>
                <a:t>Strategy</a:t>
              </a:r>
            </a:p>
          </p:txBody>
        </p:sp>
        <p:cxnSp>
          <p:nvCxnSpPr>
            <p:cNvPr id="8" name="Straight Connector 7">
              <a:extLst>
                <a:ext uri="{FF2B5EF4-FFF2-40B4-BE49-F238E27FC236}">
                  <a16:creationId xmlns:a16="http://schemas.microsoft.com/office/drawing/2014/main" id="{613453A3-3E73-2214-457B-4F3829E58098}"/>
                </a:ext>
              </a:extLst>
            </p:cNvPr>
            <p:cNvCxnSpPr>
              <a:cxnSpLocks/>
              <a:stCxn id="5" idx="4"/>
              <a:endCxn id="7" idx="0"/>
            </p:cNvCxnSpPr>
            <p:nvPr/>
          </p:nvCxnSpPr>
          <p:spPr>
            <a:xfrm>
              <a:off x="6501906" y="5019261"/>
              <a:ext cx="1078747" cy="228845"/>
            </a:xfrm>
            <a:prstGeom prst="line">
              <a:avLst/>
            </a:prstGeom>
            <a:ln w="60325">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B6B8E3-3AA1-01EA-C2A7-6F39C9BEF028}"/>
                </a:ext>
              </a:extLst>
            </p:cNvPr>
            <p:cNvCxnSpPr>
              <a:cxnSpLocks/>
              <a:stCxn id="5" idx="4"/>
              <a:endCxn id="6" idx="0"/>
            </p:cNvCxnSpPr>
            <p:nvPr/>
          </p:nvCxnSpPr>
          <p:spPr>
            <a:xfrm flipH="1">
              <a:off x="5471075" y="5019261"/>
              <a:ext cx="1030831" cy="165721"/>
            </a:xfrm>
            <a:prstGeom prst="line">
              <a:avLst/>
            </a:prstGeom>
            <a:ln w="60325">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10" name="Oval 9">
            <a:extLst>
              <a:ext uri="{FF2B5EF4-FFF2-40B4-BE49-F238E27FC236}">
                <a16:creationId xmlns:a16="http://schemas.microsoft.com/office/drawing/2014/main" id="{7A3719CD-F71B-1873-85F4-48865ACED2D3}"/>
              </a:ext>
            </a:extLst>
          </p:cNvPr>
          <p:cNvSpPr/>
          <p:nvPr/>
        </p:nvSpPr>
        <p:spPr>
          <a:xfrm>
            <a:off x="4932338" y="4422966"/>
            <a:ext cx="1328866" cy="1328866"/>
          </a:xfrm>
          <a:prstGeom prst="ellipse">
            <a:avLst/>
          </a:prstGeom>
          <a:solidFill>
            <a:schemeClr val="tx1">
              <a:lumMod val="20000"/>
              <a:lumOff val="8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chemeClr val="bg2">
                    <a:lumMod val="60000"/>
                    <a:lumOff val="40000"/>
                  </a:schemeClr>
                </a:solidFill>
              </a:rPr>
              <a:t>M&amp;A</a:t>
            </a:r>
            <a:br>
              <a:rPr lang="en-US">
                <a:solidFill>
                  <a:schemeClr val="bg2">
                    <a:lumMod val="60000"/>
                    <a:lumOff val="40000"/>
                  </a:schemeClr>
                </a:solidFill>
              </a:rPr>
            </a:br>
            <a:r>
              <a:rPr lang="en-US">
                <a:solidFill>
                  <a:schemeClr val="bg2">
                    <a:lumMod val="60000"/>
                    <a:lumOff val="40000"/>
                  </a:schemeClr>
                </a:solidFill>
              </a:rPr>
              <a:t>Strategy</a:t>
            </a:r>
          </a:p>
        </p:txBody>
      </p:sp>
      <p:sp>
        <p:nvSpPr>
          <p:cNvPr id="15" name="Oval 14">
            <a:extLst>
              <a:ext uri="{FF2B5EF4-FFF2-40B4-BE49-F238E27FC236}">
                <a16:creationId xmlns:a16="http://schemas.microsoft.com/office/drawing/2014/main" id="{764BE50C-636B-C956-404E-2CF0B6FA6EAE}"/>
              </a:ext>
            </a:extLst>
          </p:cNvPr>
          <p:cNvSpPr/>
          <p:nvPr/>
        </p:nvSpPr>
        <p:spPr>
          <a:xfrm>
            <a:off x="3440921" y="4422966"/>
            <a:ext cx="1328866" cy="1328866"/>
          </a:xfrm>
          <a:prstGeom prst="ellipse">
            <a:avLst/>
          </a:prstGeom>
          <a:solidFill>
            <a:schemeClr val="tx1">
              <a:lumMod val="20000"/>
              <a:lumOff val="8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chemeClr val="bg2">
                    <a:lumMod val="60000"/>
                    <a:lumOff val="40000"/>
                  </a:schemeClr>
                </a:solidFill>
              </a:rPr>
              <a:t>Library</a:t>
            </a:r>
            <a:br>
              <a:rPr lang="en-US">
                <a:solidFill>
                  <a:schemeClr val="bg2">
                    <a:lumMod val="60000"/>
                    <a:lumOff val="40000"/>
                  </a:schemeClr>
                </a:solidFill>
              </a:rPr>
            </a:br>
            <a:r>
              <a:rPr lang="en-US">
                <a:solidFill>
                  <a:schemeClr val="bg2">
                    <a:lumMod val="60000"/>
                    <a:lumOff val="40000"/>
                  </a:schemeClr>
                </a:solidFill>
              </a:rPr>
              <a:t>Strategy</a:t>
            </a:r>
          </a:p>
        </p:txBody>
      </p:sp>
      <p:sp>
        <p:nvSpPr>
          <p:cNvPr id="17" name="Oval 16">
            <a:extLst>
              <a:ext uri="{FF2B5EF4-FFF2-40B4-BE49-F238E27FC236}">
                <a16:creationId xmlns:a16="http://schemas.microsoft.com/office/drawing/2014/main" id="{A2721117-4558-82A8-7944-0F6832DC91F4}"/>
              </a:ext>
            </a:extLst>
          </p:cNvPr>
          <p:cNvSpPr/>
          <p:nvPr/>
        </p:nvSpPr>
        <p:spPr>
          <a:xfrm>
            <a:off x="1949504" y="4422966"/>
            <a:ext cx="1328866" cy="1328866"/>
          </a:xfrm>
          <a:prstGeom prst="ellipse">
            <a:avLst/>
          </a:prstGeom>
          <a:solidFill>
            <a:schemeClr val="tx1">
              <a:lumMod val="20000"/>
              <a:lumOff val="8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chemeClr val="bg2">
                    <a:lumMod val="60000"/>
                    <a:lumOff val="40000"/>
                  </a:schemeClr>
                </a:solidFill>
              </a:rPr>
              <a:t>AD</a:t>
            </a:r>
            <a:br>
              <a:rPr lang="en-US">
                <a:solidFill>
                  <a:schemeClr val="bg2">
                    <a:lumMod val="60000"/>
                    <a:lumOff val="40000"/>
                  </a:schemeClr>
                </a:solidFill>
              </a:rPr>
            </a:br>
            <a:r>
              <a:rPr lang="en-US">
                <a:solidFill>
                  <a:schemeClr val="bg2">
                    <a:lumMod val="60000"/>
                    <a:lumOff val="40000"/>
                  </a:schemeClr>
                </a:solidFill>
              </a:rPr>
              <a:t>Strategy</a:t>
            </a:r>
          </a:p>
        </p:txBody>
      </p:sp>
      <p:sp>
        <p:nvSpPr>
          <p:cNvPr id="23" name="Oval 22">
            <a:extLst>
              <a:ext uri="{FF2B5EF4-FFF2-40B4-BE49-F238E27FC236}">
                <a16:creationId xmlns:a16="http://schemas.microsoft.com/office/drawing/2014/main" id="{608156C0-250E-4810-C9B6-79D48F247DD1}"/>
              </a:ext>
            </a:extLst>
          </p:cNvPr>
          <p:cNvSpPr/>
          <p:nvPr/>
        </p:nvSpPr>
        <p:spPr>
          <a:xfrm>
            <a:off x="462053" y="4422966"/>
            <a:ext cx="1328866" cy="1328866"/>
          </a:xfrm>
          <a:prstGeom prst="ellipse">
            <a:avLst/>
          </a:prstGeom>
          <a:solidFill>
            <a:schemeClr val="tx1">
              <a:lumMod val="20000"/>
              <a:lumOff val="8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chemeClr val="bg2">
                    <a:lumMod val="60000"/>
                    <a:lumOff val="40000"/>
                  </a:schemeClr>
                </a:solidFill>
              </a:rPr>
              <a:t>Services</a:t>
            </a:r>
            <a:br>
              <a:rPr lang="en-US">
                <a:solidFill>
                  <a:schemeClr val="bg2">
                    <a:lumMod val="60000"/>
                    <a:lumOff val="40000"/>
                  </a:schemeClr>
                </a:solidFill>
              </a:rPr>
            </a:br>
            <a:r>
              <a:rPr lang="en-US">
                <a:solidFill>
                  <a:schemeClr val="bg2">
                    <a:lumMod val="60000"/>
                    <a:lumOff val="40000"/>
                  </a:schemeClr>
                </a:solidFill>
              </a:rPr>
              <a:t>Strategy</a:t>
            </a:r>
          </a:p>
        </p:txBody>
      </p:sp>
      <p:sp>
        <p:nvSpPr>
          <p:cNvPr id="20" name="Line Callout 1 19">
            <a:extLst>
              <a:ext uri="{FF2B5EF4-FFF2-40B4-BE49-F238E27FC236}">
                <a16:creationId xmlns:a16="http://schemas.microsoft.com/office/drawing/2014/main" id="{5AF8DB45-14C8-87FF-393D-2EDDC18E2B14}"/>
              </a:ext>
            </a:extLst>
          </p:cNvPr>
          <p:cNvSpPr/>
          <p:nvPr/>
        </p:nvSpPr>
        <p:spPr>
          <a:xfrm>
            <a:off x="4932336" y="668535"/>
            <a:ext cx="7017207" cy="2393320"/>
          </a:xfrm>
          <a:prstGeom prst="borderCallout1">
            <a:avLst>
              <a:gd name="adj1" fmla="val 50159"/>
              <a:gd name="adj2" fmla="val -683"/>
              <a:gd name="adj3" fmla="val 49563"/>
              <a:gd name="adj4" fmla="val -22578"/>
            </a:avLst>
          </a:prstGeom>
          <a:gradFill flip="none" rotWithShape="1">
            <a:gsLst>
              <a:gs pos="0">
                <a:schemeClr val="accent5">
                  <a:lumMod val="40000"/>
                  <a:lumOff val="60000"/>
                </a:schemeClr>
              </a:gs>
              <a:gs pos="0">
                <a:schemeClr val="accent5">
                  <a:lumMod val="95000"/>
                  <a:lumOff val="5000"/>
                </a:schemeClr>
              </a:gs>
              <a:gs pos="100000">
                <a:schemeClr val="accent5">
                  <a:lumMod val="60000"/>
                </a:schemeClr>
              </a:gs>
            </a:gsLst>
            <a:path path="circle">
              <a:fillToRect l="50000" t="130000" r="50000" b="-30000"/>
            </a:path>
            <a:tileRect/>
          </a:gradFill>
          <a:ln w="41275">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a:solidFill>
                  <a:srgbClr val="0F234C"/>
                </a:solidFill>
              </a:rPr>
              <a:t>Ambidextrous Growth:</a:t>
            </a:r>
            <a:br>
              <a:rPr lang="en-GB" sz="2000">
                <a:solidFill>
                  <a:srgbClr val="0F234C"/>
                </a:solidFill>
              </a:rPr>
            </a:br>
            <a:r>
              <a:rPr lang="en-GB" sz="2000">
                <a:solidFill>
                  <a:srgbClr val="0F234C"/>
                </a:solidFill>
              </a:rPr>
              <a:t>Increase the chance of long-term innovation success by widening the funnel and diversifying inputs for increased cross-pollination. Build short-term diversity through M&amp;A. Build ambidextrous sustain and build operations to enable both forms of growth and expand the group into a portfolio of businesses with scientific, long-term value generation.</a:t>
            </a:r>
          </a:p>
        </p:txBody>
      </p:sp>
      <p:sp>
        <p:nvSpPr>
          <p:cNvPr id="2" name="Line Callout 1 1">
            <a:extLst>
              <a:ext uri="{FF2B5EF4-FFF2-40B4-BE49-F238E27FC236}">
                <a16:creationId xmlns:a16="http://schemas.microsoft.com/office/drawing/2014/main" id="{FE77E781-B6DE-2DAA-16BD-71348F86A454}"/>
              </a:ext>
            </a:extLst>
          </p:cNvPr>
          <p:cNvSpPr/>
          <p:nvPr/>
        </p:nvSpPr>
        <p:spPr>
          <a:xfrm>
            <a:off x="4940354" y="4888522"/>
            <a:ext cx="7009188" cy="1958515"/>
          </a:xfrm>
          <a:prstGeom prst="borderCallout1">
            <a:avLst>
              <a:gd name="adj1" fmla="val 87"/>
              <a:gd name="adj2" fmla="val -68"/>
              <a:gd name="adj3" fmla="val -39726"/>
              <a:gd name="adj4" fmla="val -41178"/>
            </a:avLst>
          </a:prstGeom>
          <a:gradFill flip="none" rotWithShape="1">
            <a:gsLst>
              <a:gs pos="0">
                <a:schemeClr val="accent5">
                  <a:lumMod val="40000"/>
                  <a:lumOff val="60000"/>
                </a:schemeClr>
              </a:gs>
              <a:gs pos="0">
                <a:schemeClr val="accent5">
                  <a:lumMod val="95000"/>
                  <a:lumOff val="5000"/>
                </a:schemeClr>
              </a:gs>
              <a:gs pos="100000">
                <a:schemeClr val="accent5">
                  <a:lumMod val="60000"/>
                </a:schemeClr>
              </a:gs>
            </a:gsLst>
            <a:path path="circle">
              <a:fillToRect l="50000" t="130000" r="50000" b="-30000"/>
            </a:path>
            <a:tileRect/>
          </a:gradFill>
          <a:ln w="41275">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a:solidFill>
                  <a:srgbClr val="0F234C"/>
                </a:solidFill>
              </a:rPr>
              <a:t>Adaptability:</a:t>
            </a:r>
            <a:br>
              <a:rPr lang="en-GB" sz="2000" b="1">
                <a:solidFill>
                  <a:srgbClr val="0F234C"/>
                </a:solidFill>
              </a:rPr>
            </a:br>
            <a:r>
              <a:rPr lang="en-GB" sz="2000">
                <a:solidFill>
                  <a:srgbClr val="0F234C"/>
                </a:solidFill>
              </a:rPr>
              <a:t>Build the capability to respond to opportunities in the Sustaining business. Build the NAG Library to be flexible and open to new business models. Continue to experiment with AD whilst aggressively exploring in this area. Make a serious investment in HPC services and absorb risk in B2.</a:t>
            </a:r>
            <a:r>
              <a:rPr lang="en-GB" sz="2000" b="1">
                <a:solidFill>
                  <a:srgbClr val="0F234C"/>
                </a:solidFill>
              </a:rPr>
              <a:t> </a:t>
            </a:r>
            <a:endParaRPr lang="en-GB" sz="2000">
              <a:solidFill>
                <a:srgbClr val="0F234C"/>
              </a:solidFill>
            </a:endParaRPr>
          </a:p>
        </p:txBody>
      </p:sp>
      <p:sp>
        <p:nvSpPr>
          <p:cNvPr id="13" name="Line Callout 1 12">
            <a:extLst>
              <a:ext uri="{FF2B5EF4-FFF2-40B4-BE49-F238E27FC236}">
                <a16:creationId xmlns:a16="http://schemas.microsoft.com/office/drawing/2014/main" id="{0B3E1803-AEF6-860D-F56F-120857DA6D51}"/>
              </a:ext>
            </a:extLst>
          </p:cNvPr>
          <p:cNvSpPr/>
          <p:nvPr/>
        </p:nvSpPr>
        <p:spPr>
          <a:xfrm>
            <a:off x="4932336" y="3061854"/>
            <a:ext cx="7017206" cy="1826668"/>
          </a:xfrm>
          <a:prstGeom prst="borderCallout1">
            <a:avLst>
              <a:gd name="adj1" fmla="val 49724"/>
              <a:gd name="adj2" fmla="val -256"/>
              <a:gd name="adj3" fmla="val 49503"/>
              <a:gd name="adj4" fmla="val -11882"/>
            </a:avLst>
          </a:prstGeom>
          <a:gradFill flip="none" rotWithShape="1">
            <a:gsLst>
              <a:gs pos="0">
                <a:schemeClr val="accent5">
                  <a:lumMod val="40000"/>
                  <a:lumOff val="60000"/>
                </a:schemeClr>
              </a:gs>
              <a:gs pos="0">
                <a:schemeClr val="accent5">
                  <a:lumMod val="95000"/>
                  <a:lumOff val="5000"/>
                </a:schemeClr>
              </a:gs>
              <a:gs pos="100000">
                <a:schemeClr val="accent5">
                  <a:lumMod val="60000"/>
                </a:schemeClr>
              </a:gs>
            </a:gsLst>
            <a:path path="circle">
              <a:fillToRect l="50000" t="130000" r="50000" b="-30000"/>
            </a:path>
            <a:tileRect/>
          </a:gradFill>
          <a:ln w="41275">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a:solidFill>
                  <a:srgbClr val="0F234C"/>
                </a:solidFill>
              </a:rPr>
              <a:t>Differentiation:</a:t>
            </a:r>
            <a:br>
              <a:rPr lang="en-GB" sz="2000">
                <a:solidFill>
                  <a:srgbClr val="0F234C"/>
                </a:solidFill>
              </a:rPr>
            </a:br>
            <a:r>
              <a:rPr lang="en-GB" sz="2000">
                <a:solidFill>
                  <a:srgbClr val="0F234C"/>
                </a:solidFill>
              </a:rPr>
              <a:t>Develop world class central strategic support, including innovation and market analysis, as a service available to a diverse set of businesses in the group. Develop world class M&amp;A evaluation and execution processes and a partnership program that spans S1-B2. </a:t>
            </a:r>
          </a:p>
        </p:txBody>
      </p:sp>
    </p:spTree>
    <p:extLst>
      <p:ext uri="{BB962C8B-B14F-4D97-AF65-F5344CB8AC3E}">
        <p14:creationId xmlns:p14="http://schemas.microsoft.com/office/powerpoint/2010/main" val="45524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53A87-4B84-8686-C568-59285E69C137}"/>
              </a:ext>
            </a:extLst>
          </p:cNvPr>
          <p:cNvSpPr>
            <a:spLocks noGrp="1"/>
          </p:cNvSpPr>
          <p:nvPr>
            <p:ph type="body" sz="quarter" idx="11"/>
          </p:nvPr>
        </p:nvSpPr>
        <p:spPr/>
        <p:txBody>
          <a:bodyPr/>
          <a:lstStyle/>
          <a:p>
            <a:r>
              <a:rPr lang="en-US" dirty="0"/>
              <a:t>Moving to (modified strategy) </a:t>
            </a:r>
          </a:p>
        </p:txBody>
      </p:sp>
      <p:grpSp>
        <p:nvGrpSpPr>
          <p:cNvPr id="4" name="Group 3">
            <a:extLst>
              <a:ext uri="{FF2B5EF4-FFF2-40B4-BE49-F238E27FC236}">
                <a16:creationId xmlns:a16="http://schemas.microsoft.com/office/drawing/2014/main" id="{F4BF165B-93B1-DD61-9CB6-BD8BACA6C1EA}"/>
              </a:ext>
            </a:extLst>
          </p:cNvPr>
          <p:cNvGrpSpPr/>
          <p:nvPr/>
        </p:nvGrpSpPr>
        <p:grpSpPr>
          <a:xfrm>
            <a:off x="1184234" y="1356444"/>
            <a:ext cx="3091688" cy="2848961"/>
            <a:chOff x="4675945" y="3429000"/>
            <a:chExt cx="3699839" cy="3409366"/>
          </a:xfrm>
        </p:grpSpPr>
        <p:sp>
          <p:nvSpPr>
            <p:cNvPr id="5" name="Oval 4">
              <a:extLst>
                <a:ext uri="{FF2B5EF4-FFF2-40B4-BE49-F238E27FC236}">
                  <a16:creationId xmlns:a16="http://schemas.microsoft.com/office/drawing/2014/main" id="{AF89B293-1C01-A5AC-69BD-2BBEF9B1FEA8}"/>
                </a:ext>
              </a:extLst>
            </p:cNvPr>
            <p:cNvSpPr/>
            <p:nvPr/>
          </p:nvSpPr>
          <p:spPr>
            <a:xfrm>
              <a:off x="5706776" y="3429000"/>
              <a:ext cx="1590261" cy="1590261"/>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N</a:t>
              </a:r>
              <a:r>
                <a:rPr lang="en-US" baseline="30000" dirty="0"/>
                <a:t>2</a:t>
              </a:r>
              <a:br>
                <a:rPr lang="en-US" dirty="0"/>
              </a:br>
              <a:r>
                <a:rPr lang="en-US" dirty="0"/>
                <a:t>Strategy</a:t>
              </a:r>
            </a:p>
          </p:txBody>
        </p:sp>
        <p:sp>
          <p:nvSpPr>
            <p:cNvPr id="6" name="Oval 5">
              <a:extLst>
                <a:ext uri="{FF2B5EF4-FFF2-40B4-BE49-F238E27FC236}">
                  <a16:creationId xmlns:a16="http://schemas.microsoft.com/office/drawing/2014/main" id="{01B7545F-F0AA-CBBB-6101-E4BCD590B314}"/>
                </a:ext>
              </a:extLst>
            </p:cNvPr>
            <p:cNvSpPr/>
            <p:nvPr/>
          </p:nvSpPr>
          <p:spPr>
            <a:xfrm>
              <a:off x="4675945" y="5184982"/>
              <a:ext cx="1590261" cy="1590261"/>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t>NAG</a:t>
              </a:r>
              <a:br>
                <a:rPr lang="en-US"/>
              </a:br>
              <a:r>
                <a:rPr lang="en-US"/>
                <a:t>Business</a:t>
              </a:r>
              <a:br>
                <a:rPr lang="en-US"/>
              </a:br>
              <a:r>
                <a:rPr lang="en-US"/>
                <a:t>Strategy</a:t>
              </a:r>
            </a:p>
          </p:txBody>
        </p:sp>
        <p:sp>
          <p:nvSpPr>
            <p:cNvPr id="7" name="Oval 6">
              <a:extLst>
                <a:ext uri="{FF2B5EF4-FFF2-40B4-BE49-F238E27FC236}">
                  <a16:creationId xmlns:a16="http://schemas.microsoft.com/office/drawing/2014/main" id="{09A67B34-1F85-68FC-E73E-C6F587F5BCCF}"/>
                </a:ext>
              </a:extLst>
            </p:cNvPr>
            <p:cNvSpPr/>
            <p:nvPr/>
          </p:nvSpPr>
          <p:spPr>
            <a:xfrm>
              <a:off x="6785523" y="5248105"/>
              <a:ext cx="1590261" cy="1590261"/>
            </a:xfrm>
            <a:prstGeom prst="ellipse">
              <a:avLst/>
            </a:prstGeom>
            <a:solidFill>
              <a:schemeClr val="bg1">
                <a:lumMod val="75000"/>
              </a:schemeClr>
            </a:solidFill>
            <a:ln w="31750">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chemeClr val="bg1">
                      <a:lumMod val="65000"/>
                    </a:schemeClr>
                  </a:solidFill>
                </a:rPr>
                <a:t>Neo</a:t>
              </a:r>
              <a:br>
                <a:rPr lang="en-US">
                  <a:solidFill>
                    <a:schemeClr val="bg1">
                      <a:lumMod val="65000"/>
                    </a:schemeClr>
                  </a:solidFill>
                </a:rPr>
              </a:br>
              <a:r>
                <a:rPr lang="en-US">
                  <a:solidFill>
                    <a:schemeClr val="bg1">
                      <a:lumMod val="65000"/>
                    </a:schemeClr>
                  </a:solidFill>
                </a:rPr>
                <a:t>Business</a:t>
              </a:r>
              <a:br>
                <a:rPr lang="en-US">
                  <a:solidFill>
                    <a:schemeClr val="bg1">
                      <a:lumMod val="65000"/>
                    </a:schemeClr>
                  </a:solidFill>
                </a:rPr>
              </a:br>
              <a:r>
                <a:rPr lang="en-US">
                  <a:solidFill>
                    <a:schemeClr val="bg1">
                      <a:lumMod val="65000"/>
                    </a:schemeClr>
                  </a:solidFill>
                </a:rPr>
                <a:t>Strategy</a:t>
              </a:r>
            </a:p>
          </p:txBody>
        </p:sp>
        <p:cxnSp>
          <p:nvCxnSpPr>
            <p:cNvPr id="8" name="Straight Connector 7">
              <a:extLst>
                <a:ext uri="{FF2B5EF4-FFF2-40B4-BE49-F238E27FC236}">
                  <a16:creationId xmlns:a16="http://schemas.microsoft.com/office/drawing/2014/main" id="{613453A3-3E73-2214-457B-4F3829E58098}"/>
                </a:ext>
              </a:extLst>
            </p:cNvPr>
            <p:cNvCxnSpPr>
              <a:cxnSpLocks/>
              <a:stCxn id="5" idx="4"/>
              <a:endCxn id="7" idx="0"/>
            </p:cNvCxnSpPr>
            <p:nvPr/>
          </p:nvCxnSpPr>
          <p:spPr>
            <a:xfrm>
              <a:off x="6501906" y="5019261"/>
              <a:ext cx="1078747" cy="228845"/>
            </a:xfrm>
            <a:prstGeom prst="line">
              <a:avLst/>
            </a:prstGeom>
            <a:ln w="603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B6B8E3-3AA1-01EA-C2A7-6F39C9BEF028}"/>
                </a:ext>
              </a:extLst>
            </p:cNvPr>
            <p:cNvCxnSpPr>
              <a:cxnSpLocks/>
              <a:stCxn id="5" idx="4"/>
              <a:endCxn id="6" idx="0"/>
            </p:cNvCxnSpPr>
            <p:nvPr/>
          </p:nvCxnSpPr>
          <p:spPr>
            <a:xfrm flipH="1">
              <a:off x="5471075" y="5019261"/>
              <a:ext cx="1030831" cy="165721"/>
            </a:xfrm>
            <a:prstGeom prst="line">
              <a:avLst/>
            </a:prstGeom>
            <a:ln w="60325">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15" name="Oval 14">
            <a:extLst>
              <a:ext uri="{FF2B5EF4-FFF2-40B4-BE49-F238E27FC236}">
                <a16:creationId xmlns:a16="http://schemas.microsoft.com/office/drawing/2014/main" id="{764BE50C-636B-C956-404E-2CF0B6FA6EAE}"/>
              </a:ext>
            </a:extLst>
          </p:cNvPr>
          <p:cNvSpPr/>
          <p:nvPr/>
        </p:nvSpPr>
        <p:spPr>
          <a:xfrm>
            <a:off x="3440921" y="4422966"/>
            <a:ext cx="1328866" cy="1328866"/>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a:t>Product</a:t>
            </a:r>
            <a:br>
              <a:rPr lang="en-US" sz="1600"/>
            </a:br>
            <a:r>
              <a:rPr lang="en-US" sz="1600"/>
              <a:t>Strategies</a:t>
            </a:r>
          </a:p>
        </p:txBody>
      </p:sp>
      <p:sp>
        <p:nvSpPr>
          <p:cNvPr id="17" name="Oval 16">
            <a:extLst>
              <a:ext uri="{FF2B5EF4-FFF2-40B4-BE49-F238E27FC236}">
                <a16:creationId xmlns:a16="http://schemas.microsoft.com/office/drawing/2014/main" id="{A2721117-4558-82A8-7944-0F6832DC91F4}"/>
              </a:ext>
            </a:extLst>
          </p:cNvPr>
          <p:cNvSpPr/>
          <p:nvPr/>
        </p:nvSpPr>
        <p:spPr>
          <a:xfrm>
            <a:off x="1949504" y="4422966"/>
            <a:ext cx="1328866" cy="1328866"/>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a:t>Marketing</a:t>
            </a:r>
            <a:br>
              <a:rPr lang="en-US" sz="1600"/>
            </a:br>
            <a:r>
              <a:rPr lang="en-US" sz="1600"/>
              <a:t>Strategy</a:t>
            </a:r>
          </a:p>
        </p:txBody>
      </p:sp>
      <p:sp>
        <p:nvSpPr>
          <p:cNvPr id="23" name="Oval 22">
            <a:extLst>
              <a:ext uri="{FF2B5EF4-FFF2-40B4-BE49-F238E27FC236}">
                <a16:creationId xmlns:a16="http://schemas.microsoft.com/office/drawing/2014/main" id="{608156C0-250E-4810-C9B6-79D48F247DD1}"/>
              </a:ext>
            </a:extLst>
          </p:cNvPr>
          <p:cNvSpPr/>
          <p:nvPr/>
        </p:nvSpPr>
        <p:spPr>
          <a:xfrm>
            <a:off x="462053" y="4422966"/>
            <a:ext cx="1328866" cy="1328866"/>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t>Sales</a:t>
            </a:r>
            <a:br>
              <a:rPr lang="en-US"/>
            </a:br>
            <a:r>
              <a:rPr lang="en-US"/>
              <a:t>Strategy</a:t>
            </a:r>
          </a:p>
        </p:txBody>
      </p:sp>
      <p:sp>
        <p:nvSpPr>
          <p:cNvPr id="20" name="Line Callout 1 19">
            <a:extLst>
              <a:ext uri="{FF2B5EF4-FFF2-40B4-BE49-F238E27FC236}">
                <a16:creationId xmlns:a16="http://schemas.microsoft.com/office/drawing/2014/main" id="{5AF8DB45-14C8-87FF-393D-2EDDC18E2B14}"/>
              </a:ext>
            </a:extLst>
          </p:cNvPr>
          <p:cNvSpPr/>
          <p:nvPr/>
        </p:nvSpPr>
        <p:spPr>
          <a:xfrm>
            <a:off x="4940355" y="162817"/>
            <a:ext cx="7017207" cy="2998393"/>
          </a:xfrm>
          <a:prstGeom prst="borderCallout1">
            <a:avLst>
              <a:gd name="adj1" fmla="val 50159"/>
              <a:gd name="adj2" fmla="val -683"/>
              <a:gd name="adj3" fmla="val 68666"/>
              <a:gd name="adj4" fmla="val -22578"/>
            </a:avLst>
          </a:prstGeom>
          <a:gradFill flip="none" rotWithShape="1">
            <a:gsLst>
              <a:gs pos="0">
                <a:schemeClr val="accent5">
                  <a:lumMod val="40000"/>
                  <a:lumOff val="60000"/>
                </a:schemeClr>
              </a:gs>
              <a:gs pos="0">
                <a:schemeClr val="accent5">
                  <a:lumMod val="95000"/>
                  <a:lumOff val="5000"/>
                </a:schemeClr>
              </a:gs>
              <a:gs pos="100000">
                <a:schemeClr val="accent5">
                  <a:lumMod val="60000"/>
                </a:schemeClr>
              </a:gs>
            </a:gsLst>
            <a:path path="circle">
              <a:fillToRect l="50000" t="130000" r="50000" b="-30000"/>
            </a:path>
            <a:tileRect/>
          </a:gradFill>
          <a:ln w="41275">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a:solidFill>
                  <a:srgbClr val="0F234C"/>
                </a:solidFill>
              </a:rPr>
              <a:t>Ambidextrous Growth:</a:t>
            </a:r>
            <a:br>
              <a:rPr lang="en-GB" sz="2000">
                <a:solidFill>
                  <a:srgbClr val="0F234C"/>
                </a:solidFill>
              </a:rPr>
            </a:br>
            <a:r>
              <a:rPr lang="en-GB" sz="2000">
                <a:solidFill>
                  <a:srgbClr val="0F234C"/>
                </a:solidFill>
              </a:rPr>
              <a:t>Increase the chance of long-term innovation success by widening the funnel and diversifying inputs for increased cross-pollination. Build short-term diversity through M&amp;A. Build ambidextrous sustain and build operations to enable both forms of growth and expand the group into a portfolio of businesses with scientific, long-term value generation. Develop world class M&amp;A evaluation and execution processes </a:t>
            </a:r>
          </a:p>
        </p:txBody>
      </p:sp>
      <p:sp>
        <p:nvSpPr>
          <p:cNvPr id="2" name="Line Callout 1 1">
            <a:extLst>
              <a:ext uri="{FF2B5EF4-FFF2-40B4-BE49-F238E27FC236}">
                <a16:creationId xmlns:a16="http://schemas.microsoft.com/office/drawing/2014/main" id="{FE77E781-B6DE-2DAA-16BD-71348F86A454}"/>
              </a:ext>
            </a:extLst>
          </p:cNvPr>
          <p:cNvSpPr/>
          <p:nvPr/>
        </p:nvSpPr>
        <p:spPr>
          <a:xfrm>
            <a:off x="4948374" y="3173399"/>
            <a:ext cx="7009188" cy="1958515"/>
          </a:xfrm>
          <a:prstGeom prst="borderCallout1">
            <a:avLst>
              <a:gd name="adj1" fmla="val 87"/>
              <a:gd name="adj2" fmla="val -68"/>
              <a:gd name="adj3" fmla="val -18451"/>
              <a:gd name="adj4" fmla="val -44001"/>
            </a:avLst>
          </a:prstGeom>
          <a:gradFill flip="none" rotWithShape="1">
            <a:gsLst>
              <a:gs pos="0">
                <a:schemeClr val="accent5">
                  <a:lumMod val="40000"/>
                  <a:lumOff val="60000"/>
                </a:schemeClr>
              </a:gs>
              <a:gs pos="0">
                <a:schemeClr val="accent5">
                  <a:lumMod val="95000"/>
                  <a:lumOff val="5000"/>
                </a:schemeClr>
              </a:gs>
              <a:gs pos="100000">
                <a:schemeClr val="accent5">
                  <a:lumMod val="60000"/>
                </a:schemeClr>
              </a:gs>
            </a:gsLst>
            <a:path path="circle">
              <a:fillToRect l="50000" t="130000" r="50000" b="-30000"/>
            </a:path>
            <a:tileRect/>
          </a:gradFill>
          <a:ln w="41275">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a:solidFill>
                  <a:srgbClr val="0F234C"/>
                </a:solidFill>
              </a:rPr>
              <a:t>Adaptability:</a:t>
            </a:r>
            <a:br>
              <a:rPr lang="en-GB" sz="2000" b="1">
                <a:solidFill>
                  <a:srgbClr val="0F234C"/>
                </a:solidFill>
              </a:rPr>
            </a:br>
            <a:r>
              <a:rPr lang="en-GB" sz="2000">
                <a:solidFill>
                  <a:srgbClr val="0F234C"/>
                </a:solidFill>
              </a:rPr>
              <a:t>Build the capability to respond to opportunities in the Sustaining business. Build the NAG Library to be flexible and open to new business models. Continue to experiment with AD whilst aggressively exploring in this area. Make a serious investment in HPC services and absorb risk in B2.</a:t>
            </a:r>
            <a:r>
              <a:rPr lang="en-GB" sz="2000" b="1">
                <a:solidFill>
                  <a:srgbClr val="0F234C"/>
                </a:solidFill>
              </a:rPr>
              <a:t> </a:t>
            </a:r>
            <a:endParaRPr lang="en-GB" sz="2000">
              <a:solidFill>
                <a:srgbClr val="0F234C"/>
              </a:solidFill>
            </a:endParaRPr>
          </a:p>
        </p:txBody>
      </p:sp>
      <p:cxnSp>
        <p:nvCxnSpPr>
          <p:cNvPr id="16" name="Straight Connector 15">
            <a:extLst>
              <a:ext uri="{FF2B5EF4-FFF2-40B4-BE49-F238E27FC236}">
                <a16:creationId xmlns:a16="http://schemas.microsoft.com/office/drawing/2014/main" id="{F59A586C-3927-C161-1696-69AD1006455B}"/>
              </a:ext>
            </a:extLst>
          </p:cNvPr>
          <p:cNvCxnSpPr>
            <a:cxnSpLocks/>
            <a:stCxn id="6" idx="4"/>
            <a:endCxn id="23" idx="0"/>
          </p:cNvCxnSpPr>
          <p:nvPr/>
        </p:nvCxnSpPr>
        <p:spPr>
          <a:xfrm flipH="1">
            <a:off x="1126486" y="4152657"/>
            <a:ext cx="722181" cy="270309"/>
          </a:xfrm>
          <a:prstGeom prst="line">
            <a:avLst/>
          </a:prstGeom>
          <a:ln w="60325">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78F3721-6AEE-159B-15AD-4820D2E50117}"/>
              </a:ext>
            </a:extLst>
          </p:cNvPr>
          <p:cNvCxnSpPr>
            <a:cxnSpLocks/>
            <a:stCxn id="6" idx="4"/>
            <a:endCxn id="17" idx="0"/>
          </p:cNvCxnSpPr>
          <p:nvPr/>
        </p:nvCxnSpPr>
        <p:spPr>
          <a:xfrm>
            <a:off x="1848667" y="4152657"/>
            <a:ext cx="765270" cy="270309"/>
          </a:xfrm>
          <a:prstGeom prst="line">
            <a:avLst/>
          </a:prstGeom>
          <a:ln w="60325">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7994015-34B8-D4A2-2DB3-B615F1E1C0B2}"/>
              </a:ext>
            </a:extLst>
          </p:cNvPr>
          <p:cNvCxnSpPr>
            <a:cxnSpLocks/>
            <a:stCxn id="6" idx="4"/>
            <a:endCxn id="15" idx="0"/>
          </p:cNvCxnSpPr>
          <p:nvPr/>
        </p:nvCxnSpPr>
        <p:spPr>
          <a:xfrm>
            <a:off x="1848667" y="4152657"/>
            <a:ext cx="2256687" cy="270309"/>
          </a:xfrm>
          <a:prstGeom prst="line">
            <a:avLst/>
          </a:prstGeom>
          <a:ln w="60325">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82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8DE7AC-6125-AB20-73C7-D9CB37CA3B2A}"/>
              </a:ext>
            </a:extLst>
          </p:cNvPr>
          <p:cNvSpPr>
            <a:spLocks noGrp="1"/>
          </p:cNvSpPr>
          <p:nvPr>
            <p:ph type="body" sz="quarter" idx="11"/>
          </p:nvPr>
        </p:nvSpPr>
        <p:spPr>
          <a:xfrm>
            <a:off x="143292" y="431943"/>
            <a:ext cx="6034376" cy="489420"/>
          </a:xfrm>
        </p:spPr>
        <p:txBody>
          <a:bodyPr>
            <a:normAutofit/>
          </a:bodyPr>
          <a:lstStyle/>
          <a:p>
            <a:pPr marL="0" indent="0">
              <a:buNone/>
            </a:pPr>
            <a:r>
              <a:rPr lang="en-US" i="1"/>
              <a:t>n</a:t>
            </a:r>
            <a:r>
              <a:rPr lang="en-US" baseline="30000"/>
              <a:t>2</a:t>
            </a:r>
            <a:r>
              <a:rPr lang="en-US"/>
              <a:t> Group Strategy map</a:t>
            </a:r>
          </a:p>
        </p:txBody>
      </p:sp>
      <p:sp>
        <p:nvSpPr>
          <p:cNvPr id="2" name="Rounded Rectangle 1">
            <a:extLst>
              <a:ext uri="{FF2B5EF4-FFF2-40B4-BE49-F238E27FC236}">
                <a16:creationId xmlns:a16="http://schemas.microsoft.com/office/drawing/2014/main" id="{8E9A219D-E643-1539-EB0E-426DF6FDF270}"/>
              </a:ext>
            </a:extLst>
          </p:cNvPr>
          <p:cNvSpPr/>
          <p:nvPr/>
        </p:nvSpPr>
        <p:spPr>
          <a:xfrm>
            <a:off x="477749" y="2658940"/>
            <a:ext cx="2824967" cy="1566243"/>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a:t>Grow </a:t>
            </a:r>
            <a:r>
              <a:rPr lang="en-GB" sz="2000" i="1"/>
              <a:t>n</a:t>
            </a:r>
            <a:r>
              <a:rPr lang="en-GB" sz="2000" baseline="30000"/>
              <a:t>2</a:t>
            </a:r>
            <a:r>
              <a:rPr lang="en-GB" sz="2000"/>
              <a:t> Group investment in the community by 10x</a:t>
            </a:r>
          </a:p>
        </p:txBody>
      </p:sp>
      <p:sp>
        <p:nvSpPr>
          <p:cNvPr id="5" name="Rounded Rectangle 4">
            <a:extLst>
              <a:ext uri="{FF2B5EF4-FFF2-40B4-BE49-F238E27FC236}">
                <a16:creationId xmlns:a16="http://schemas.microsoft.com/office/drawing/2014/main" id="{C499264C-05C9-09DE-4F9B-750E9F3B3006}"/>
              </a:ext>
            </a:extLst>
          </p:cNvPr>
          <p:cNvSpPr/>
          <p:nvPr/>
        </p:nvSpPr>
        <p:spPr>
          <a:xfrm>
            <a:off x="4430728" y="563871"/>
            <a:ext cx="2824967" cy="1566243"/>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a:t>Maintain leadership in commercial numerical computation</a:t>
            </a:r>
          </a:p>
        </p:txBody>
      </p:sp>
      <p:sp>
        <p:nvSpPr>
          <p:cNvPr id="6" name="Rounded Rectangle 5">
            <a:extLst>
              <a:ext uri="{FF2B5EF4-FFF2-40B4-BE49-F238E27FC236}">
                <a16:creationId xmlns:a16="http://schemas.microsoft.com/office/drawing/2014/main" id="{C9BF3C70-B881-3FB3-20AC-F9A336D7631C}"/>
              </a:ext>
            </a:extLst>
          </p:cNvPr>
          <p:cNvSpPr/>
          <p:nvPr/>
        </p:nvSpPr>
        <p:spPr>
          <a:xfrm>
            <a:off x="4430728" y="2658938"/>
            <a:ext cx="2824967" cy="1566243"/>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a:t>Build Leadership in accessibility of Compute</a:t>
            </a:r>
          </a:p>
        </p:txBody>
      </p:sp>
      <p:sp>
        <p:nvSpPr>
          <p:cNvPr id="7" name="Rounded Rectangle 6">
            <a:extLst>
              <a:ext uri="{FF2B5EF4-FFF2-40B4-BE49-F238E27FC236}">
                <a16:creationId xmlns:a16="http://schemas.microsoft.com/office/drawing/2014/main" id="{6FECF984-8802-F407-1E27-ADEADFDD7FD9}"/>
              </a:ext>
            </a:extLst>
          </p:cNvPr>
          <p:cNvSpPr/>
          <p:nvPr/>
        </p:nvSpPr>
        <p:spPr>
          <a:xfrm>
            <a:off x="4430728" y="4754005"/>
            <a:ext cx="2824967" cy="1566243"/>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a:t>Build Leadership in mathematical AI </a:t>
            </a:r>
          </a:p>
        </p:txBody>
      </p:sp>
      <p:sp>
        <p:nvSpPr>
          <p:cNvPr id="8" name="Rounded Rectangle 7">
            <a:extLst>
              <a:ext uri="{FF2B5EF4-FFF2-40B4-BE49-F238E27FC236}">
                <a16:creationId xmlns:a16="http://schemas.microsoft.com/office/drawing/2014/main" id="{583FAD73-1764-1022-5429-D43998F3A1F7}"/>
              </a:ext>
            </a:extLst>
          </p:cNvPr>
          <p:cNvSpPr/>
          <p:nvPr/>
        </p:nvSpPr>
        <p:spPr>
          <a:xfrm>
            <a:off x="8896034" y="431943"/>
            <a:ext cx="2614998" cy="757646"/>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a:t>Grow Adoption of Optimisation</a:t>
            </a:r>
          </a:p>
        </p:txBody>
      </p:sp>
      <p:sp>
        <p:nvSpPr>
          <p:cNvPr id="9" name="Rounded Rectangle 8">
            <a:extLst>
              <a:ext uri="{FF2B5EF4-FFF2-40B4-BE49-F238E27FC236}">
                <a16:creationId xmlns:a16="http://schemas.microsoft.com/office/drawing/2014/main" id="{BDD8F4D5-8939-C01D-978C-8CCF3CEC4CBC}"/>
              </a:ext>
            </a:extLst>
          </p:cNvPr>
          <p:cNvSpPr/>
          <p:nvPr/>
        </p:nvSpPr>
        <p:spPr>
          <a:xfrm>
            <a:off x="8896034" y="1387056"/>
            <a:ext cx="2614998" cy="757646"/>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a:t>Grow adoption of AD</a:t>
            </a:r>
          </a:p>
        </p:txBody>
      </p:sp>
      <p:sp>
        <p:nvSpPr>
          <p:cNvPr id="10" name="Rounded Rectangle 9">
            <a:extLst>
              <a:ext uri="{FF2B5EF4-FFF2-40B4-BE49-F238E27FC236}">
                <a16:creationId xmlns:a16="http://schemas.microsoft.com/office/drawing/2014/main" id="{B4D86014-4543-857F-DC3A-5160B0212E43}"/>
              </a:ext>
            </a:extLst>
          </p:cNvPr>
          <p:cNvSpPr/>
          <p:nvPr/>
        </p:nvSpPr>
        <p:spPr>
          <a:xfrm>
            <a:off x="8896034" y="2658294"/>
            <a:ext cx="2614998" cy="757646"/>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a:t>Managed services</a:t>
            </a:r>
            <a:br>
              <a:rPr lang="en-GB"/>
            </a:br>
            <a:r>
              <a:rPr lang="en-GB"/>
              <a:t>with strategic clients </a:t>
            </a:r>
          </a:p>
        </p:txBody>
      </p:sp>
      <p:sp>
        <p:nvSpPr>
          <p:cNvPr id="11" name="Rounded Rectangle 10">
            <a:extLst>
              <a:ext uri="{FF2B5EF4-FFF2-40B4-BE49-F238E27FC236}">
                <a16:creationId xmlns:a16="http://schemas.microsoft.com/office/drawing/2014/main" id="{3CAB5A8E-797F-3624-CA30-31B09EEF55B7}"/>
              </a:ext>
            </a:extLst>
          </p:cNvPr>
          <p:cNvSpPr/>
          <p:nvPr/>
        </p:nvSpPr>
        <p:spPr>
          <a:xfrm>
            <a:off x="8921725" y="4468481"/>
            <a:ext cx="2614998" cy="757646"/>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a:t>Develop new products combining AI and trad. computation</a:t>
            </a:r>
          </a:p>
        </p:txBody>
      </p:sp>
      <p:cxnSp>
        <p:nvCxnSpPr>
          <p:cNvPr id="12" name="Curved Connector 11">
            <a:extLst>
              <a:ext uri="{FF2B5EF4-FFF2-40B4-BE49-F238E27FC236}">
                <a16:creationId xmlns:a16="http://schemas.microsoft.com/office/drawing/2014/main" id="{B79E74F2-269F-CB5C-F119-767043322618}"/>
              </a:ext>
            </a:extLst>
          </p:cNvPr>
          <p:cNvCxnSpPr>
            <a:cxnSpLocks/>
            <a:stCxn id="2" idx="0"/>
            <a:endCxn id="5" idx="1"/>
          </p:cNvCxnSpPr>
          <p:nvPr/>
        </p:nvCxnSpPr>
        <p:spPr>
          <a:xfrm rot="5400000" flipH="1" flipV="1">
            <a:off x="2504507" y="732720"/>
            <a:ext cx="1311947" cy="2540495"/>
          </a:xfrm>
          <a:prstGeom prst="curvedConnector2">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a:extLst>
              <a:ext uri="{FF2B5EF4-FFF2-40B4-BE49-F238E27FC236}">
                <a16:creationId xmlns:a16="http://schemas.microsoft.com/office/drawing/2014/main" id="{B803DE2D-8F78-7CC4-7851-F4F01CC33C2D}"/>
              </a:ext>
            </a:extLst>
          </p:cNvPr>
          <p:cNvCxnSpPr>
            <a:cxnSpLocks/>
            <a:stCxn id="2" idx="2"/>
            <a:endCxn id="7" idx="1"/>
          </p:cNvCxnSpPr>
          <p:nvPr/>
        </p:nvCxnSpPr>
        <p:spPr>
          <a:xfrm rot="16200000" flipH="1">
            <a:off x="2504508" y="3610907"/>
            <a:ext cx="1311944" cy="2540495"/>
          </a:xfrm>
          <a:prstGeom prst="curvedConnector2">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AC38D451-A8D9-73B7-EE72-D24FCE0BDDC0}"/>
              </a:ext>
            </a:extLst>
          </p:cNvPr>
          <p:cNvCxnSpPr>
            <a:cxnSpLocks/>
            <a:stCxn id="2" idx="3"/>
            <a:endCxn id="6" idx="1"/>
          </p:cNvCxnSpPr>
          <p:nvPr/>
        </p:nvCxnSpPr>
        <p:spPr>
          <a:xfrm flipV="1">
            <a:off x="3302716" y="3442060"/>
            <a:ext cx="1128012" cy="2"/>
          </a:xfrm>
          <a:prstGeom prst="curvedConnector3">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8D45FDDE-964A-0097-5E2F-B7236E2F9D1F}"/>
              </a:ext>
            </a:extLst>
          </p:cNvPr>
          <p:cNvCxnSpPr>
            <a:cxnSpLocks/>
            <a:stCxn id="6" idx="3"/>
            <a:endCxn id="10" idx="1"/>
          </p:cNvCxnSpPr>
          <p:nvPr/>
        </p:nvCxnSpPr>
        <p:spPr>
          <a:xfrm flipV="1">
            <a:off x="7255695" y="3037117"/>
            <a:ext cx="1640339" cy="404943"/>
          </a:xfrm>
          <a:prstGeom prst="curvedConnector3">
            <a:avLst>
              <a:gd name="adj1" fmla="val 50000"/>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D8292CC3-6D52-F567-2B9E-5FFC78567DDE}"/>
              </a:ext>
            </a:extLst>
          </p:cNvPr>
          <p:cNvSpPr/>
          <p:nvPr/>
        </p:nvSpPr>
        <p:spPr>
          <a:xfrm>
            <a:off x="8925067" y="3550709"/>
            <a:ext cx="2614998" cy="757646"/>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a:t>Accessibility platform backed by Managed Service</a:t>
            </a:r>
          </a:p>
        </p:txBody>
      </p:sp>
      <p:cxnSp>
        <p:nvCxnSpPr>
          <p:cNvPr id="17" name="Curved Connector 16">
            <a:extLst>
              <a:ext uri="{FF2B5EF4-FFF2-40B4-BE49-F238E27FC236}">
                <a16:creationId xmlns:a16="http://schemas.microsoft.com/office/drawing/2014/main" id="{F3E4CBDA-37B7-79CB-5976-58DB6FCFEFA2}"/>
              </a:ext>
            </a:extLst>
          </p:cNvPr>
          <p:cNvCxnSpPr>
            <a:cxnSpLocks/>
            <a:stCxn id="6" idx="3"/>
            <a:endCxn id="16" idx="1"/>
          </p:cNvCxnSpPr>
          <p:nvPr/>
        </p:nvCxnSpPr>
        <p:spPr>
          <a:xfrm>
            <a:off x="7255695" y="3442060"/>
            <a:ext cx="1669372" cy="487472"/>
          </a:xfrm>
          <a:prstGeom prst="curvedConnector3">
            <a:avLst>
              <a:gd name="adj1" fmla="val 50000"/>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a:extLst>
              <a:ext uri="{FF2B5EF4-FFF2-40B4-BE49-F238E27FC236}">
                <a16:creationId xmlns:a16="http://schemas.microsoft.com/office/drawing/2014/main" id="{62B59621-728C-EDA2-8EB7-9A891D57AFEF}"/>
              </a:ext>
            </a:extLst>
          </p:cNvPr>
          <p:cNvCxnSpPr>
            <a:cxnSpLocks/>
            <a:stCxn id="7" idx="3"/>
            <a:endCxn id="11" idx="1"/>
          </p:cNvCxnSpPr>
          <p:nvPr/>
        </p:nvCxnSpPr>
        <p:spPr>
          <a:xfrm flipV="1">
            <a:off x="7255695" y="4847304"/>
            <a:ext cx="1666030" cy="689823"/>
          </a:xfrm>
          <a:prstGeom prst="curvedConnector3">
            <a:avLst>
              <a:gd name="adj1" fmla="val 50000"/>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91C57FF2-AE9D-8009-38D7-1F22B1E96C64}"/>
              </a:ext>
            </a:extLst>
          </p:cNvPr>
          <p:cNvSpPr/>
          <p:nvPr/>
        </p:nvSpPr>
        <p:spPr>
          <a:xfrm>
            <a:off x="8939584" y="5714362"/>
            <a:ext cx="2614998" cy="757646"/>
          </a:xfrm>
          <a:prstGeom prst="roundRect">
            <a:avLst>
              <a:gd name="adj" fmla="val 30845"/>
            </a:avLst>
          </a:prstGeom>
          <a:gradFill flip="none" rotWithShape="1">
            <a:gsLst>
              <a:gs pos="0">
                <a:schemeClr val="accent5">
                  <a:lumMod val="40000"/>
                  <a:lumOff val="60000"/>
                </a:schemeClr>
              </a:gs>
              <a:gs pos="7000">
                <a:schemeClr val="accent5">
                  <a:lumMod val="95000"/>
                  <a:lumOff val="5000"/>
                </a:schemeClr>
              </a:gs>
              <a:gs pos="100000">
                <a:schemeClr val="tx2"/>
              </a:gs>
            </a:gsLst>
            <a:path path="circle">
              <a:fillToRect l="50000" t="130000" r="50000" b="-30000"/>
            </a:path>
            <a:tileRect/>
          </a:gradFill>
          <a:ln w="31750">
            <a:solidFill>
              <a:srgbClr val="00253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a:t>Make contribution to AI safety and next-gen model adoption</a:t>
            </a:r>
          </a:p>
        </p:txBody>
      </p:sp>
      <p:cxnSp>
        <p:nvCxnSpPr>
          <p:cNvPr id="20" name="Curved Connector 19">
            <a:extLst>
              <a:ext uri="{FF2B5EF4-FFF2-40B4-BE49-F238E27FC236}">
                <a16:creationId xmlns:a16="http://schemas.microsoft.com/office/drawing/2014/main" id="{5E32EFCB-7495-F3C1-0459-1C8D5473D06E}"/>
              </a:ext>
            </a:extLst>
          </p:cNvPr>
          <p:cNvCxnSpPr>
            <a:cxnSpLocks/>
            <a:stCxn id="7" idx="3"/>
            <a:endCxn id="19" idx="1"/>
          </p:cNvCxnSpPr>
          <p:nvPr/>
        </p:nvCxnSpPr>
        <p:spPr>
          <a:xfrm>
            <a:off x="7255695" y="5537127"/>
            <a:ext cx="1683889" cy="556058"/>
          </a:xfrm>
          <a:prstGeom prst="curvedConnector3">
            <a:avLst>
              <a:gd name="adj1" fmla="val 50000"/>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361A1246-30FA-F284-EFFE-9E45841595C2}"/>
              </a:ext>
            </a:extLst>
          </p:cNvPr>
          <p:cNvCxnSpPr>
            <a:cxnSpLocks/>
            <a:stCxn id="5" idx="3"/>
            <a:endCxn id="9" idx="1"/>
          </p:cNvCxnSpPr>
          <p:nvPr/>
        </p:nvCxnSpPr>
        <p:spPr>
          <a:xfrm>
            <a:off x="7255695" y="1346993"/>
            <a:ext cx="1640339" cy="418886"/>
          </a:xfrm>
          <a:prstGeom prst="curvedConnector3">
            <a:avLst>
              <a:gd name="adj1" fmla="val 50000"/>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a:extLst>
              <a:ext uri="{FF2B5EF4-FFF2-40B4-BE49-F238E27FC236}">
                <a16:creationId xmlns:a16="http://schemas.microsoft.com/office/drawing/2014/main" id="{1EE50EA5-3937-3AFC-3659-E4BFA073F025}"/>
              </a:ext>
            </a:extLst>
          </p:cNvPr>
          <p:cNvCxnSpPr>
            <a:cxnSpLocks/>
            <a:stCxn id="5" idx="3"/>
            <a:endCxn id="8" idx="1"/>
          </p:cNvCxnSpPr>
          <p:nvPr/>
        </p:nvCxnSpPr>
        <p:spPr>
          <a:xfrm flipV="1">
            <a:off x="7255695" y="810766"/>
            <a:ext cx="1640339" cy="536227"/>
          </a:xfrm>
          <a:prstGeom prst="curvedConnector3">
            <a:avLst>
              <a:gd name="adj1" fmla="val 50000"/>
            </a:avLst>
          </a:prstGeom>
          <a:ln w="66675">
            <a:solidFill>
              <a:srgbClr val="16B1BB"/>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06C277C-322C-31CB-C549-440706643719}"/>
              </a:ext>
            </a:extLst>
          </p:cNvPr>
          <p:cNvSpPr txBox="1"/>
          <p:nvPr/>
        </p:nvSpPr>
        <p:spPr>
          <a:xfrm>
            <a:off x="0" y="6260244"/>
            <a:ext cx="10655334" cy="646331"/>
          </a:xfrm>
          <a:prstGeom prst="rect">
            <a:avLst/>
          </a:prstGeom>
          <a:noFill/>
        </p:spPr>
        <p:txBody>
          <a:bodyPr wrap="square" rtlCol="0">
            <a:spAutoFit/>
          </a:bodyPr>
          <a:lstStyle/>
          <a:p>
            <a:r>
              <a:rPr lang="en-US" sz="3600" dirty="0">
                <a:solidFill>
                  <a:srgbClr val="C00000"/>
                </a:solidFill>
              </a:rPr>
              <a:t>This map is already out of date - Adaptability?</a:t>
            </a:r>
          </a:p>
        </p:txBody>
      </p:sp>
      <p:sp>
        <p:nvSpPr>
          <p:cNvPr id="23" name="TextBox 22">
            <a:extLst>
              <a:ext uri="{FF2B5EF4-FFF2-40B4-BE49-F238E27FC236}">
                <a16:creationId xmlns:a16="http://schemas.microsoft.com/office/drawing/2014/main" id="{BFF3A725-4276-8C4B-598B-A8A329AEAA76}"/>
              </a:ext>
            </a:extLst>
          </p:cNvPr>
          <p:cNvSpPr txBox="1"/>
          <p:nvPr/>
        </p:nvSpPr>
        <p:spPr>
          <a:xfrm>
            <a:off x="88750" y="5396917"/>
            <a:ext cx="3453959" cy="923330"/>
          </a:xfrm>
          <a:prstGeom prst="rect">
            <a:avLst/>
          </a:prstGeom>
          <a:noFill/>
        </p:spPr>
        <p:txBody>
          <a:bodyPr wrap="none" rtlCol="0">
            <a:spAutoFit/>
          </a:bodyPr>
          <a:lstStyle/>
          <a:p>
            <a:r>
              <a:rPr lang="en-US" dirty="0">
                <a:solidFill>
                  <a:srgbClr val="C00000"/>
                </a:solidFill>
              </a:rPr>
              <a:t>Strategy maps have some innate</a:t>
            </a:r>
            <a:br>
              <a:rPr lang="en-US" dirty="0">
                <a:solidFill>
                  <a:srgbClr val="C00000"/>
                </a:solidFill>
              </a:rPr>
            </a:br>
            <a:r>
              <a:rPr lang="en-US" dirty="0">
                <a:solidFill>
                  <a:srgbClr val="C00000"/>
                </a:solidFill>
              </a:rPr>
              <a:t>weaknesses. Those positions are </a:t>
            </a:r>
            <a:br>
              <a:rPr lang="en-US" dirty="0">
                <a:solidFill>
                  <a:srgbClr val="C00000"/>
                </a:solidFill>
              </a:rPr>
            </a:br>
            <a:r>
              <a:rPr lang="en-US" dirty="0">
                <a:solidFill>
                  <a:srgbClr val="C00000"/>
                </a:solidFill>
              </a:rPr>
              <a:t>not the correct strategic positions. </a:t>
            </a:r>
          </a:p>
        </p:txBody>
      </p:sp>
    </p:spTree>
    <p:extLst>
      <p:ext uri="{BB962C8B-B14F-4D97-AF65-F5344CB8AC3E}">
        <p14:creationId xmlns:p14="http://schemas.microsoft.com/office/powerpoint/2010/main" val="288160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6"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7AAB3-5691-185B-9435-794B5D01A273}"/>
              </a:ext>
            </a:extLst>
          </p:cNvPr>
          <p:cNvSpPr>
            <a:spLocks noGrp="1"/>
          </p:cNvSpPr>
          <p:nvPr>
            <p:ph type="body" sz="quarter" idx="11"/>
          </p:nvPr>
        </p:nvSpPr>
        <p:spPr/>
        <p:txBody>
          <a:bodyPr>
            <a:normAutofit/>
          </a:bodyPr>
          <a:lstStyle/>
          <a:p>
            <a:r>
              <a:rPr lang="en-US" dirty="0"/>
              <a:t>Q3 update in a nutshell</a:t>
            </a:r>
          </a:p>
        </p:txBody>
      </p:sp>
      <p:sp>
        <p:nvSpPr>
          <p:cNvPr id="5" name="TextBox 4">
            <a:extLst>
              <a:ext uri="{FF2B5EF4-FFF2-40B4-BE49-F238E27FC236}">
                <a16:creationId xmlns:a16="http://schemas.microsoft.com/office/drawing/2014/main" id="{3E111596-BB04-DC00-DE53-286081B62A16}"/>
              </a:ext>
            </a:extLst>
          </p:cNvPr>
          <p:cNvSpPr txBox="1"/>
          <p:nvPr/>
        </p:nvSpPr>
        <p:spPr>
          <a:xfrm>
            <a:off x="773549" y="1318022"/>
            <a:ext cx="10386820" cy="5109091"/>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dirty="0">
                <a:solidFill>
                  <a:schemeClr val="bg1"/>
                </a:solidFill>
                <a:latin typeface="+mn-lt"/>
              </a:rPr>
              <a:t>NAG’s first rebrand in a decade </a:t>
            </a:r>
            <a:endParaRPr lang="en-US" sz="2800" dirty="0">
              <a:solidFill>
                <a:schemeClr val="bg1"/>
              </a:solidFill>
              <a:latin typeface="+mn-lt"/>
              <a:cs typeface="Arial"/>
            </a:endParaRPr>
          </a:p>
          <a:p>
            <a:pPr marL="457200" indent="-457200">
              <a:buFont typeface="Arial" panose="020B0604020202020204" pitchFamily="34" charset="0"/>
              <a:buChar char="•"/>
            </a:pPr>
            <a:r>
              <a:rPr lang="en-US" sz="2800" i="1" dirty="0">
                <a:solidFill>
                  <a:schemeClr val="bg1"/>
                </a:solidFill>
                <a:latin typeface="+mn-lt"/>
              </a:rPr>
              <a:t>n</a:t>
            </a:r>
            <a:r>
              <a:rPr lang="en-US" sz="2800" baseline="30000" dirty="0">
                <a:solidFill>
                  <a:schemeClr val="bg1"/>
                </a:solidFill>
                <a:latin typeface="+mn-lt"/>
              </a:rPr>
              <a:t>2</a:t>
            </a:r>
            <a:r>
              <a:rPr lang="en-US" sz="2800" dirty="0">
                <a:solidFill>
                  <a:schemeClr val="bg1"/>
                </a:solidFill>
                <a:latin typeface="+mn-lt"/>
              </a:rPr>
              <a:t> Group Launch</a:t>
            </a:r>
          </a:p>
          <a:p>
            <a:pPr marL="457200" indent="-457200">
              <a:buFont typeface="Arial" panose="020B0604020202020204" pitchFamily="34" charset="0"/>
              <a:buChar char="•"/>
            </a:pPr>
            <a:r>
              <a:rPr lang="en-US" sz="2800" dirty="0">
                <a:solidFill>
                  <a:schemeClr val="bg1"/>
                </a:solidFill>
                <a:latin typeface="+mn-lt"/>
              </a:rPr>
              <a:t>SC23 &amp; Quantminds23 </a:t>
            </a:r>
          </a:p>
          <a:p>
            <a:pPr marL="457200" indent="-457200">
              <a:buFont typeface="Arial" panose="020B0604020202020204" pitchFamily="34" charset="0"/>
              <a:buChar char="•"/>
            </a:pPr>
            <a:r>
              <a:rPr lang="en-US" sz="2800" dirty="0">
                <a:solidFill>
                  <a:schemeClr val="bg1"/>
                </a:solidFill>
                <a:latin typeface="+mn-lt"/>
              </a:rPr>
              <a:t>VSMS Launch</a:t>
            </a:r>
          </a:p>
          <a:p>
            <a:pPr marL="457200" indent="-457200">
              <a:buFont typeface="Arial" panose="020B0604020202020204" pitchFamily="34" charset="0"/>
              <a:buChar char="•"/>
            </a:pPr>
            <a:r>
              <a:rPr lang="en-US" sz="2800" dirty="0">
                <a:solidFill>
                  <a:schemeClr val="bg1"/>
                </a:solidFill>
                <a:latin typeface="+mn-lt"/>
              </a:rPr>
              <a:t>Jason Charlesworth Head Quant</a:t>
            </a:r>
            <a:endParaRPr lang="en-US" sz="2800" dirty="0">
              <a:solidFill>
                <a:schemeClr val="bg1"/>
              </a:solidFill>
              <a:latin typeface="+mn-lt"/>
              <a:cs typeface="Arial"/>
            </a:endParaRPr>
          </a:p>
          <a:p>
            <a:pPr marL="457200" indent="-457200">
              <a:buFont typeface="Arial" panose="020B0604020202020204" pitchFamily="34" charset="0"/>
              <a:buChar char="•"/>
            </a:pPr>
            <a:r>
              <a:rPr lang="en-US" sz="2800" dirty="0">
                <a:solidFill>
                  <a:schemeClr val="bg1"/>
                </a:solidFill>
                <a:latin typeface="+mn-lt"/>
              </a:rPr>
              <a:t>R&amp;D Major content in 29.3</a:t>
            </a:r>
            <a:endParaRPr lang="en-US" sz="2800" dirty="0">
              <a:solidFill>
                <a:schemeClr val="bg1"/>
              </a:solidFill>
              <a:latin typeface="+mn-lt"/>
              <a:cs typeface="Arial"/>
            </a:endParaRPr>
          </a:p>
          <a:p>
            <a:pPr marL="457200" indent="-457200">
              <a:buFont typeface="Arial" panose="020B0604020202020204" pitchFamily="34" charset="0"/>
              <a:buChar char="•"/>
            </a:pPr>
            <a:r>
              <a:rPr lang="en-US" sz="2800" dirty="0">
                <a:solidFill>
                  <a:schemeClr val="bg1"/>
                </a:solidFill>
                <a:latin typeface="+mn-lt"/>
              </a:rPr>
              <a:t>BDI process nearing full definition</a:t>
            </a:r>
            <a:endParaRPr lang="en-US" sz="1600" dirty="0">
              <a:solidFill>
                <a:schemeClr val="bg1"/>
              </a:solidFill>
              <a:latin typeface="+mn-lt"/>
            </a:endParaRPr>
          </a:p>
          <a:p>
            <a:pPr marL="457200" indent="-457200">
              <a:buFont typeface="Arial" panose="020B0604020202020204" pitchFamily="34" charset="0"/>
              <a:buChar char="•"/>
            </a:pPr>
            <a:r>
              <a:rPr lang="en-US" sz="2800" dirty="0">
                <a:solidFill>
                  <a:schemeClr val="bg1"/>
                </a:solidFill>
                <a:latin typeface="+mn-lt"/>
              </a:rPr>
              <a:t>Financials – </a:t>
            </a:r>
            <a:r>
              <a:rPr lang="en-US" dirty="0">
                <a:solidFill>
                  <a:schemeClr val="bg1"/>
                </a:solidFill>
                <a:latin typeface="+mn-lt"/>
              </a:rPr>
              <a:t>strong growth of services, poor new product business, ahead of budget </a:t>
            </a:r>
            <a:r>
              <a:rPr lang="en-US" dirty="0" err="1">
                <a:solidFill>
                  <a:schemeClr val="bg1"/>
                </a:solidFill>
                <a:latin typeface="+mn-lt"/>
              </a:rPr>
              <a:t>YtD</a:t>
            </a:r>
            <a:r>
              <a:rPr lang="en-US" dirty="0">
                <a:solidFill>
                  <a:schemeClr val="bg1"/>
                </a:solidFill>
                <a:latin typeface="+mn-lt"/>
              </a:rPr>
              <a:t> </a:t>
            </a:r>
          </a:p>
          <a:p>
            <a:pPr marL="457200" indent="-457200">
              <a:buFont typeface="Arial" panose="020B0604020202020204" pitchFamily="34" charset="0"/>
              <a:buChar char="•"/>
            </a:pPr>
            <a:r>
              <a:rPr lang="en-US" sz="2800" dirty="0">
                <a:solidFill>
                  <a:schemeClr val="bg1"/>
                </a:solidFill>
                <a:latin typeface="+mn-lt"/>
              </a:rPr>
              <a:t>Culture &amp; wellbeing</a:t>
            </a:r>
            <a:endParaRPr lang="en-US" sz="2800" dirty="0">
              <a:solidFill>
                <a:schemeClr val="bg1"/>
              </a:solidFill>
              <a:latin typeface="+mn-lt"/>
              <a:cs typeface="Arial"/>
            </a:endParaRPr>
          </a:p>
          <a:p>
            <a:pPr marL="457200" indent="-457200">
              <a:buFont typeface="Arial" panose="020B0604020202020204" pitchFamily="34" charset="0"/>
              <a:buChar char="•"/>
            </a:pPr>
            <a:r>
              <a:rPr lang="en-US" sz="2800" dirty="0">
                <a:solidFill>
                  <a:schemeClr val="bg1"/>
                </a:solidFill>
                <a:latin typeface="+mn-lt"/>
              </a:rPr>
              <a:t>Each of 3 peaks  making good progress</a:t>
            </a:r>
            <a:endParaRPr lang="en-US" sz="2800" dirty="0">
              <a:solidFill>
                <a:schemeClr val="bg1"/>
              </a:solidFill>
              <a:latin typeface="+mn-lt"/>
              <a:cs typeface="Arial"/>
            </a:endParaRPr>
          </a:p>
          <a:p>
            <a:pPr marL="457200" indent="-457200">
              <a:buFont typeface="Arial" panose="020B0604020202020204" pitchFamily="34" charset="0"/>
              <a:buChar char="•"/>
            </a:pPr>
            <a:r>
              <a:rPr lang="en-US" sz="2800" dirty="0">
                <a:solidFill>
                  <a:schemeClr val="bg1"/>
                </a:solidFill>
                <a:latin typeface="+mn-lt"/>
              </a:rPr>
              <a:t>IT strengthening</a:t>
            </a:r>
            <a:endParaRPr lang="en-US" sz="1600" dirty="0"/>
          </a:p>
          <a:p>
            <a:pPr marL="342900" indent="-342900">
              <a:buFont typeface="+mj-lt"/>
              <a:buAutoNum type="arabicPeriod"/>
            </a:pPr>
            <a:endParaRPr lang="en-US" dirty="0"/>
          </a:p>
        </p:txBody>
      </p:sp>
    </p:spTree>
    <p:extLst>
      <p:ext uri="{BB962C8B-B14F-4D97-AF65-F5344CB8AC3E}">
        <p14:creationId xmlns:p14="http://schemas.microsoft.com/office/powerpoint/2010/main" val="596916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9ABBA-B758-020A-B396-18C8ABF73240}"/>
              </a:ext>
            </a:extLst>
          </p:cNvPr>
          <p:cNvSpPr>
            <a:spLocks noGrp="1"/>
          </p:cNvSpPr>
          <p:nvPr>
            <p:ph type="body" sz="quarter" idx="10"/>
          </p:nvPr>
        </p:nvSpPr>
        <p:spPr/>
        <p:txBody>
          <a:bodyPr>
            <a:normAutofit/>
          </a:bodyPr>
          <a:lstStyle/>
          <a:p>
            <a:pPr marL="514350" indent="-514350">
              <a:lnSpc>
                <a:spcPct val="250000"/>
              </a:lnSpc>
              <a:buFont typeface="+mj-lt"/>
              <a:buAutoNum type="arabicPeriod"/>
            </a:pPr>
            <a:r>
              <a:rPr lang="en-US" dirty="0"/>
              <a:t>Diversify and Strengthen </a:t>
            </a:r>
            <a:r>
              <a:rPr lang="en-US" dirty="0">
                <a:solidFill>
                  <a:srgbClr val="C00000"/>
                </a:solidFill>
              </a:rPr>
              <a:t>n2 Group portfolio  </a:t>
            </a:r>
          </a:p>
          <a:p>
            <a:pPr marL="514350" indent="-514350">
              <a:lnSpc>
                <a:spcPct val="250000"/>
              </a:lnSpc>
              <a:buFont typeface="+mj-lt"/>
              <a:buAutoNum type="arabicPeriod"/>
            </a:pPr>
            <a:r>
              <a:rPr lang="en-US" dirty="0"/>
              <a:t>Increase </a:t>
            </a:r>
            <a:r>
              <a:rPr lang="en-US" dirty="0">
                <a:solidFill>
                  <a:srgbClr val="C00000"/>
                </a:solidFill>
              </a:rPr>
              <a:t>NAG business </a:t>
            </a:r>
            <a:r>
              <a:rPr lang="en-US" dirty="0"/>
              <a:t>surplus by 10%</a:t>
            </a:r>
          </a:p>
          <a:p>
            <a:pPr marL="514350" indent="-514350">
              <a:lnSpc>
                <a:spcPct val="250000"/>
              </a:lnSpc>
              <a:buFont typeface="+mj-lt"/>
              <a:buAutoNum type="arabicPeriod"/>
            </a:pPr>
            <a:r>
              <a:rPr lang="en-US" dirty="0"/>
              <a:t>Generate one or more new revenue streams (stretch)</a:t>
            </a:r>
          </a:p>
          <a:p>
            <a:pPr marL="514350" indent="-514350">
              <a:buFont typeface="+mj-lt"/>
              <a:buAutoNum type="arabicPeriod"/>
            </a:pPr>
            <a:endParaRPr lang="en-US" dirty="0"/>
          </a:p>
        </p:txBody>
      </p:sp>
      <p:sp>
        <p:nvSpPr>
          <p:cNvPr id="3" name="Text Placeholder 2">
            <a:extLst>
              <a:ext uri="{FF2B5EF4-FFF2-40B4-BE49-F238E27FC236}">
                <a16:creationId xmlns:a16="http://schemas.microsoft.com/office/drawing/2014/main" id="{8FB7A970-3690-8BCA-81B4-8017702BEA1B}"/>
              </a:ext>
            </a:extLst>
          </p:cNvPr>
          <p:cNvSpPr>
            <a:spLocks noGrp="1"/>
          </p:cNvSpPr>
          <p:nvPr>
            <p:ph type="body" sz="quarter" idx="11"/>
          </p:nvPr>
        </p:nvSpPr>
        <p:spPr/>
        <p:txBody>
          <a:bodyPr/>
          <a:lstStyle/>
          <a:p>
            <a:r>
              <a:rPr lang="en-US"/>
              <a:t>Update against objectives</a:t>
            </a:r>
          </a:p>
        </p:txBody>
      </p:sp>
      <p:sp>
        <p:nvSpPr>
          <p:cNvPr id="4" name="Text Placeholder 1">
            <a:extLst>
              <a:ext uri="{FF2B5EF4-FFF2-40B4-BE49-F238E27FC236}">
                <a16:creationId xmlns:a16="http://schemas.microsoft.com/office/drawing/2014/main" id="{8C0D8E63-56F2-79AE-2B28-8F1DBFE47ED0}"/>
              </a:ext>
            </a:extLst>
          </p:cNvPr>
          <p:cNvSpPr txBox="1">
            <a:spLocks/>
          </p:cNvSpPr>
          <p:nvPr/>
        </p:nvSpPr>
        <p:spPr bwMode="auto">
          <a:xfrm>
            <a:off x="1810489" y="2097698"/>
            <a:ext cx="9558338"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457200" indent="-457200" algn="l" rtl="0" eaLnBrk="1" fontAlgn="base" hangingPunct="1">
              <a:lnSpc>
                <a:spcPct val="90000"/>
              </a:lnSpc>
              <a:spcBef>
                <a:spcPts val="1000"/>
              </a:spcBef>
              <a:spcAft>
                <a:spcPct val="0"/>
              </a:spcAft>
              <a:buClr>
                <a:schemeClr val="accent3"/>
              </a:buClr>
              <a:buFont typeface="Arial" panose="020B0604020202020204" pitchFamily="34" charset="0"/>
              <a:buChar char="•"/>
              <a:defRPr sz="2800" b="0" i="0" kern="1200">
                <a:solidFill>
                  <a:schemeClr val="bg1"/>
                </a:solidFill>
                <a:latin typeface="Helvetica" pitchFamily="2" charset="0"/>
                <a:ea typeface="+mn-ea"/>
                <a:cs typeface="+mn-cs"/>
              </a:defRPr>
            </a:lvl1pPr>
            <a:lvl2pPr marL="457200" indent="0" algn="l" rtl="0" eaLnBrk="1" fontAlgn="base" hangingPunct="1">
              <a:lnSpc>
                <a:spcPct val="90000"/>
              </a:lnSpc>
              <a:spcBef>
                <a:spcPts val="500"/>
              </a:spcBef>
              <a:spcAft>
                <a:spcPct val="0"/>
              </a:spcAft>
              <a:buClr>
                <a:schemeClr val="accent3"/>
              </a:buClr>
              <a:buFont typeface="Arial" panose="020B0604020202020204" pitchFamily="34" charset="0"/>
              <a:buNone/>
              <a:defRPr sz="2400" b="0" i="0" kern="1200">
                <a:solidFill>
                  <a:schemeClr val="bg1"/>
                </a:solidFill>
                <a:latin typeface="Helvetica" pitchFamily="2" charset="0"/>
                <a:ea typeface="+mn-ea"/>
                <a:cs typeface="+mn-cs"/>
              </a:defRPr>
            </a:lvl2pPr>
            <a:lvl3pPr marL="1143000" indent="-228600" algn="l" rtl="0" eaLnBrk="1" fontAlgn="base" hangingPunct="1">
              <a:lnSpc>
                <a:spcPct val="90000"/>
              </a:lnSpc>
              <a:spcBef>
                <a:spcPts val="500"/>
              </a:spcBef>
              <a:spcAft>
                <a:spcPct val="0"/>
              </a:spcAft>
              <a:buClr>
                <a:schemeClr val="accent3"/>
              </a:buClr>
              <a:buFont typeface="Arial" panose="020B0604020202020204" pitchFamily="34" charset="0"/>
              <a:buChar char="•"/>
              <a:defRPr sz="2000" b="0" i="0" kern="1200">
                <a:solidFill>
                  <a:schemeClr val="bg1"/>
                </a:solidFill>
                <a:latin typeface="Helvetica" pitchFamily="2" charset="0"/>
                <a:ea typeface="+mn-ea"/>
                <a:cs typeface="+mn-cs"/>
              </a:defRPr>
            </a:lvl3pPr>
            <a:lvl4pPr marL="1600200" indent="-228600" algn="l" rtl="0" eaLnBrk="1" fontAlgn="base" hangingPunct="1">
              <a:lnSpc>
                <a:spcPct val="90000"/>
              </a:lnSpc>
              <a:spcBef>
                <a:spcPts val="500"/>
              </a:spcBef>
              <a:spcAft>
                <a:spcPct val="0"/>
              </a:spcAft>
              <a:buClr>
                <a:schemeClr val="accent3"/>
              </a:buClr>
              <a:buFont typeface="Arial" panose="020B0604020202020204" pitchFamily="34" charset="0"/>
              <a:buChar char="•"/>
              <a:defRPr b="0" i="0" kern="1200">
                <a:solidFill>
                  <a:schemeClr val="bg1"/>
                </a:solidFill>
                <a:latin typeface="Helvetica" pitchFamily="2" charset="0"/>
                <a:ea typeface="+mn-ea"/>
                <a:cs typeface="+mn-cs"/>
              </a:defRPr>
            </a:lvl4pPr>
            <a:lvl5pPr marL="2057400" indent="-228600" algn="l" rtl="0" eaLnBrk="1" fontAlgn="base" hangingPunct="1">
              <a:lnSpc>
                <a:spcPct val="90000"/>
              </a:lnSpc>
              <a:spcBef>
                <a:spcPts val="500"/>
              </a:spcBef>
              <a:spcAft>
                <a:spcPct val="0"/>
              </a:spcAft>
              <a:buClr>
                <a:schemeClr val="accent3"/>
              </a:buClr>
              <a:buFont typeface="Arial" panose="020B0604020202020204" pitchFamily="34" charset="0"/>
              <a:buChar char="•"/>
              <a:defRPr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50000"/>
              </a:lnSpc>
            </a:pPr>
            <a:r>
              <a:rPr lang="en-US" dirty="0"/>
              <a:t>~70% complete</a:t>
            </a:r>
          </a:p>
          <a:p>
            <a:pPr>
              <a:lnSpc>
                <a:spcPct val="250000"/>
              </a:lnSpc>
            </a:pPr>
            <a:r>
              <a:rPr lang="en-US" dirty="0"/>
              <a:t>~65% complete</a:t>
            </a:r>
          </a:p>
          <a:p>
            <a:pPr marL="514350" indent="-514350">
              <a:buFont typeface="+mj-lt"/>
              <a:buAutoNum type="arabicPeriod"/>
            </a:pPr>
            <a:endParaRPr lang="en-US" dirty="0"/>
          </a:p>
          <a:p>
            <a:r>
              <a:rPr lang="en-US" dirty="0"/>
              <a:t>~55% complete</a:t>
            </a:r>
          </a:p>
        </p:txBody>
      </p:sp>
    </p:spTree>
    <p:extLst>
      <p:ext uri="{BB962C8B-B14F-4D97-AF65-F5344CB8AC3E}">
        <p14:creationId xmlns:p14="http://schemas.microsoft.com/office/powerpoint/2010/main" val="3295968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07F620-9EE8-E593-F249-0A9598923832}"/>
              </a:ext>
            </a:extLst>
          </p:cNvPr>
          <p:cNvSpPr>
            <a:spLocks noGrp="1"/>
          </p:cNvSpPr>
          <p:nvPr>
            <p:ph type="body" sz="quarter" idx="10"/>
          </p:nvPr>
        </p:nvSpPr>
        <p:spPr>
          <a:xfrm>
            <a:off x="1247775" y="1436688"/>
            <a:ext cx="9558338" cy="5421312"/>
          </a:xfrm>
        </p:spPr>
        <p:txBody>
          <a:bodyPr>
            <a:normAutofit fontScale="77500" lnSpcReduction="20000"/>
          </a:bodyPr>
          <a:lstStyle/>
          <a:p>
            <a:pPr algn="l">
              <a:buFont typeface="+mj-lt"/>
              <a:buAutoNum type="arabicPeriod"/>
            </a:pPr>
            <a:r>
              <a:rPr lang="en-GB" b="1" i="0" dirty="0">
                <a:solidFill>
                  <a:srgbClr val="D1D5DB"/>
                </a:solidFill>
                <a:effectLst/>
                <a:latin typeface="Söhne"/>
              </a:rPr>
              <a:t>AI Continues to Advance</a:t>
            </a:r>
            <a:endParaRPr lang="en-GB" dirty="0">
              <a:solidFill>
                <a:srgbClr val="D1D5DB"/>
              </a:solidFill>
              <a:latin typeface="Söhne"/>
            </a:endParaRPr>
          </a:p>
          <a:p>
            <a:pPr marL="800100" lvl="1" indent="-342900">
              <a:buFont typeface="Arial" panose="020B0604020202020204" pitchFamily="34" charset="0"/>
              <a:buChar char="•"/>
            </a:pPr>
            <a:r>
              <a:rPr lang="en-GB" b="0" i="0" dirty="0">
                <a:solidFill>
                  <a:srgbClr val="D1D5DB"/>
                </a:solidFill>
                <a:effectLst/>
                <a:latin typeface="Söhne"/>
              </a:rPr>
              <a:t>AI's rapid evolution is now generating rapid business model innovation, increased need for innovation returns and decreased product longevity, they affect NAG</a:t>
            </a:r>
          </a:p>
          <a:p>
            <a:pPr algn="l">
              <a:buFont typeface="+mj-lt"/>
              <a:buAutoNum type="arabicPeriod"/>
            </a:pPr>
            <a:r>
              <a:rPr lang="en-GB" b="1" i="0" dirty="0">
                <a:solidFill>
                  <a:srgbClr val="D1D5DB"/>
                </a:solidFill>
                <a:effectLst/>
                <a:latin typeface="Söhne"/>
              </a:rPr>
              <a:t>Importance of Independence</a:t>
            </a:r>
            <a:endParaRPr lang="en-GB" dirty="0">
              <a:solidFill>
                <a:srgbClr val="D1D5DB"/>
              </a:solidFill>
              <a:latin typeface="Söhne"/>
            </a:endParaRPr>
          </a:p>
          <a:p>
            <a:pPr marL="800100" lvl="1" indent="-342900">
              <a:buFont typeface="Arial" panose="020B0604020202020204" pitchFamily="34" charset="0"/>
              <a:buChar char="•"/>
            </a:pPr>
            <a:r>
              <a:rPr lang="en-GB" b="0" i="0" dirty="0">
                <a:solidFill>
                  <a:srgbClr val="D1D5DB"/>
                </a:solidFill>
                <a:effectLst/>
                <a:latin typeface="Söhne"/>
              </a:rPr>
              <a:t>We should position our special structure as particularly relevant to AI safety and governance</a:t>
            </a:r>
          </a:p>
          <a:p>
            <a:pPr algn="l">
              <a:buFont typeface="+mj-lt"/>
              <a:buAutoNum type="arabicPeriod"/>
            </a:pPr>
            <a:r>
              <a:rPr lang="en-GB" b="1" i="0" dirty="0">
                <a:solidFill>
                  <a:srgbClr val="D1D5DB"/>
                </a:solidFill>
                <a:effectLst/>
                <a:latin typeface="Söhne"/>
              </a:rPr>
              <a:t>AI Utilization vs. Development</a:t>
            </a:r>
            <a:endParaRPr lang="en-GB" dirty="0">
              <a:solidFill>
                <a:srgbClr val="D1D5DB"/>
              </a:solidFill>
              <a:latin typeface="Söhne"/>
            </a:endParaRPr>
          </a:p>
          <a:p>
            <a:pPr marL="800100" lvl="1" indent="-342900">
              <a:buFont typeface="Arial" panose="020B0604020202020204" pitchFamily="34" charset="0"/>
              <a:buChar char="•"/>
            </a:pPr>
            <a:r>
              <a:rPr lang="en-GB" b="0" i="0" dirty="0">
                <a:solidFill>
                  <a:srgbClr val="D1D5DB"/>
                </a:solidFill>
                <a:effectLst/>
                <a:latin typeface="Söhne"/>
              </a:rPr>
              <a:t>We should not build AI, but should support AI developments of bigger players</a:t>
            </a:r>
          </a:p>
          <a:p>
            <a:pPr marL="800100" lvl="1" indent="-342900">
              <a:buFont typeface="Arial" panose="020B0604020202020204" pitchFamily="34" charset="0"/>
              <a:buChar char="•"/>
            </a:pPr>
            <a:r>
              <a:rPr lang="en-GB" b="0" i="0" dirty="0">
                <a:solidFill>
                  <a:srgbClr val="D1D5DB"/>
                </a:solidFill>
                <a:effectLst/>
                <a:latin typeface="Söhne"/>
              </a:rPr>
              <a:t>Generative AI </a:t>
            </a:r>
            <a:r>
              <a:rPr lang="en-GB" dirty="0">
                <a:solidFill>
                  <a:srgbClr val="D1D5DB"/>
                </a:solidFill>
                <a:latin typeface="Söhne"/>
              </a:rPr>
              <a:t>has 100x more innovation potential than predictive AI and </a:t>
            </a:r>
            <a:r>
              <a:rPr lang="en-GB" u="sng" dirty="0">
                <a:solidFill>
                  <a:srgbClr val="D1D5DB"/>
                </a:solidFill>
                <a:latin typeface="Söhne"/>
              </a:rPr>
              <a:t>without the necessity of big data on the consumer of AI</a:t>
            </a:r>
            <a:endParaRPr lang="en-GB" b="0" i="0" u="sng" dirty="0">
              <a:solidFill>
                <a:srgbClr val="D1D5DB"/>
              </a:solidFill>
              <a:effectLst/>
              <a:latin typeface="Söhne"/>
            </a:endParaRPr>
          </a:p>
          <a:p>
            <a:pPr algn="l">
              <a:buFont typeface="+mj-lt"/>
              <a:buAutoNum type="arabicPeriod"/>
            </a:pPr>
            <a:r>
              <a:rPr lang="en-GB" b="1" i="0" dirty="0">
                <a:solidFill>
                  <a:srgbClr val="D1D5DB"/>
                </a:solidFill>
                <a:effectLst/>
                <a:latin typeface="Söhne"/>
              </a:rPr>
              <a:t>Innovation Ecosystem</a:t>
            </a:r>
            <a:endParaRPr lang="en-GB" dirty="0">
              <a:solidFill>
                <a:srgbClr val="D1D5DB"/>
              </a:solidFill>
              <a:latin typeface="Söhne"/>
            </a:endParaRPr>
          </a:p>
          <a:p>
            <a:pPr marL="800100" lvl="1" indent="-342900">
              <a:buFont typeface="Arial" panose="020B0604020202020204" pitchFamily="34" charset="0"/>
              <a:buChar char="•"/>
            </a:pPr>
            <a:r>
              <a:rPr lang="en-GB" b="0" i="0" dirty="0">
                <a:solidFill>
                  <a:srgbClr val="D1D5DB"/>
                </a:solidFill>
                <a:effectLst/>
                <a:latin typeface="Söhne"/>
              </a:rPr>
              <a:t>We should build on stable, established ecosystems, not niche or emerging ecosystems</a:t>
            </a:r>
          </a:p>
          <a:p>
            <a:pPr algn="l">
              <a:buFont typeface="+mj-lt"/>
              <a:buAutoNum type="arabicPeriod"/>
            </a:pPr>
            <a:r>
              <a:rPr lang="en-GB" b="1" i="0" dirty="0">
                <a:solidFill>
                  <a:srgbClr val="D1D5DB"/>
                </a:solidFill>
                <a:effectLst/>
                <a:latin typeface="Söhne"/>
              </a:rPr>
              <a:t>Human-in-the-Loop</a:t>
            </a:r>
            <a:endParaRPr lang="en-GB" dirty="0">
              <a:solidFill>
                <a:srgbClr val="D1D5DB"/>
              </a:solidFill>
              <a:latin typeface="Söhne"/>
            </a:endParaRPr>
          </a:p>
          <a:p>
            <a:pPr marL="800100" lvl="1" indent="-342900">
              <a:buFont typeface="Arial" panose="020B0604020202020204" pitchFamily="34" charset="0"/>
              <a:buChar char="•"/>
            </a:pPr>
            <a:r>
              <a:rPr lang="en-GB" b="0" i="0" dirty="0">
                <a:solidFill>
                  <a:srgbClr val="D1D5DB"/>
                </a:solidFill>
                <a:effectLst/>
                <a:latin typeface="Söhne"/>
              </a:rPr>
              <a:t>human oversight is necessary in all AI production applications to ensure relevance, accuracy, and ethical considerations.</a:t>
            </a:r>
          </a:p>
          <a:p>
            <a:pPr algn="l">
              <a:buFont typeface="+mj-lt"/>
              <a:buAutoNum type="arabicPeriod"/>
            </a:pPr>
            <a:r>
              <a:rPr lang="en-GB" b="1" i="0" dirty="0">
                <a:solidFill>
                  <a:srgbClr val="D1D5DB"/>
                </a:solidFill>
                <a:effectLst/>
                <a:latin typeface="Söhne"/>
              </a:rPr>
              <a:t>Human-AI augmented service </a:t>
            </a:r>
            <a:r>
              <a:rPr lang="en-GB" b="1" dirty="0">
                <a:solidFill>
                  <a:srgbClr val="D1D5DB"/>
                </a:solidFill>
                <a:latin typeface="Söhne"/>
              </a:rPr>
              <a:t>b</a:t>
            </a:r>
            <a:r>
              <a:rPr lang="en-GB" b="1" i="0" dirty="0">
                <a:solidFill>
                  <a:srgbClr val="D1D5DB"/>
                </a:solidFill>
                <a:effectLst/>
                <a:latin typeface="Söhne"/>
              </a:rPr>
              <a:t>usiness </a:t>
            </a:r>
            <a:r>
              <a:rPr lang="en-GB" b="1" dirty="0">
                <a:solidFill>
                  <a:srgbClr val="D1D5DB"/>
                </a:solidFill>
                <a:latin typeface="Söhne"/>
              </a:rPr>
              <a:t>m</a:t>
            </a:r>
            <a:r>
              <a:rPr lang="en-GB" b="1" i="0" dirty="0">
                <a:solidFill>
                  <a:srgbClr val="D1D5DB"/>
                </a:solidFill>
                <a:effectLst/>
                <a:latin typeface="Söhne"/>
              </a:rPr>
              <a:t>odels will be resilient</a:t>
            </a:r>
            <a:endParaRPr lang="en-GB" dirty="0">
              <a:solidFill>
                <a:srgbClr val="D1D5DB"/>
              </a:solidFill>
              <a:latin typeface="Söhne"/>
            </a:endParaRPr>
          </a:p>
          <a:p>
            <a:pPr marL="800100" lvl="1" indent="-342900">
              <a:buFont typeface="Arial" panose="020B0604020202020204" pitchFamily="34" charset="0"/>
              <a:buChar char="•"/>
            </a:pPr>
            <a:r>
              <a:rPr lang="en-GB" b="0" i="0" dirty="0">
                <a:solidFill>
                  <a:srgbClr val="D1D5DB"/>
                </a:solidFill>
                <a:effectLst/>
                <a:latin typeface="Söhne"/>
              </a:rPr>
              <a:t>Models that combine human resource with AI-backed IP are the only resilient business model </a:t>
            </a:r>
          </a:p>
          <a:p>
            <a:pPr marL="800100" lvl="1" indent="-342900">
              <a:buFont typeface="Arial" panose="020B0604020202020204" pitchFamily="34" charset="0"/>
              <a:buChar char="•"/>
            </a:pPr>
            <a:r>
              <a:rPr lang="en-GB" dirty="0">
                <a:solidFill>
                  <a:srgbClr val="D1D5DB"/>
                </a:solidFill>
                <a:latin typeface="Söhne"/>
              </a:rPr>
              <a:t>Human domain knowledge plus real-time AI-expert systems</a:t>
            </a:r>
            <a:endParaRPr lang="en-GB" b="0" i="0" dirty="0">
              <a:solidFill>
                <a:srgbClr val="D1D5DB"/>
              </a:solidFill>
              <a:effectLst/>
              <a:latin typeface="Söhne"/>
            </a:endParaRPr>
          </a:p>
          <a:p>
            <a:pPr algn="l">
              <a:buFont typeface="+mj-lt"/>
              <a:buAutoNum type="arabicPeriod"/>
            </a:pPr>
            <a:endParaRPr lang="en-GB" b="0" i="0" dirty="0">
              <a:solidFill>
                <a:srgbClr val="D1D5DB"/>
              </a:solidFill>
              <a:effectLst/>
              <a:latin typeface="Söhne"/>
            </a:endParaRPr>
          </a:p>
          <a:p>
            <a:pPr algn="l">
              <a:buFont typeface="+mj-lt"/>
              <a:buAutoNum type="arabicPeriod"/>
            </a:pPr>
            <a:endParaRPr lang="en-GB" b="0" i="0" dirty="0">
              <a:solidFill>
                <a:srgbClr val="D1D5DB"/>
              </a:solidFill>
              <a:effectLst/>
              <a:latin typeface="Söhne"/>
            </a:endParaRPr>
          </a:p>
          <a:p>
            <a:pPr lvl="1"/>
            <a:endParaRPr lang="en-US" dirty="0"/>
          </a:p>
        </p:txBody>
      </p:sp>
      <p:sp>
        <p:nvSpPr>
          <p:cNvPr id="3" name="Text Placeholder 2">
            <a:extLst>
              <a:ext uri="{FF2B5EF4-FFF2-40B4-BE49-F238E27FC236}">
                <a16:creationId xmlns:a16="http://schemas.microsoft.com/office/drawing/2014/main" id="{3A849B2B-6F6A-43D1-7F4B-795FF5184060}"/>
              </a:ext>
            </a:extLst>
          </p:cNvPr>
          <p:cNvSpPr>
            <a:spLocks noGrp="1"/>
          </p:cNvSpPr>
          <p:nvPr>
            <p:ph type="body" sz="quarter" idx="11"/>
          </p:nvPr>
        </p:nvSpPr>
        <p:spPr/>
        <p:txBody>
          <a:bodyPr>
            <a:normAutofit/>
          </a:bodyPr>
          <a:lstStyle/>
          <a:p>
            <a:r>
              <a:rPr lang="en-US"/>
              <a:t>What is going on in the world?</a:t>
            </a:r>
          </a:p>
        </p:txBody>
      </p:sp>
      <p:sp>
        <p:nvSpPr>
          <p:cNvPr id="4" name="TextBox 3">
            <a:extLst>
              <a:ext uri="{FF2B5EF4-FFF2-40B4-BE49-F238E27FC236}">
                <a16:creationId xmlns:a16="http://schemas.microsoft.com/office/drawing/2014/main" id="{BB88FF40-377F-6BFE-1376-751743479DAF}"/>
              </a:ext>
            </a:extLst>
          </p:cNvPr>
          <p:cNvSpPr txBox="1"/>
          <p:nvPr/>
        </p:nvSpPr>
        <p:spPr>
          <a:xfrm>
            <a:off x="6026944" y="345369"/>
            <a:ext cx="4439805" cy="646331"/>
          </a:xfrm>
          <a:prstGeom prst="rect">
            <a:avLst/>
          </a:prstGeom>
          <a:noFill/>
        </p:spPr>
        <p:txBody>
          <a:bodyPr wrap="none" rtlCol="0">
            <a:spAutoFit/>
          </a:bodyPr>
          <a:lstStyle/>
          <a:p>
            <a:r>
              <a:rPr lang="en-US">
                <a:solidFill>
                  <a:srgbClr val="58C1F1"/>
                </a:solidFill>
              </a:rPr>
              <a:t>Each bullet will be a slide in upcoming talk to </a:t>
            </a:r>
            <a:br>
              <a:rPr lang="en-US">
                <a:solidFill>
                  <a:srgbClr val="58C1F1"/>
                </a:solidFill>
              </a:rPr>
            </a:br>
            <a:r>
              <a:rPr lang="en-US">
                <a:solidFill>
                  <a:srgbClr val="58C1F1"/>
                </a:solidFill>
              </a:rPr>
              <a:t>at NAG Christmas Conference</a:t>
            </a:r>
          </a:p>
        </p:txBody>
      </p:sp>
    </p:spTree>
    <p:extLst>
      <p:ext uri="{BB962C8B-B14F-4D97-AF65-F5344CB8AC3E}">
        <p14:creationId xmlns:p14="http://schemas.microsoft.com/office/powerpoint/2010/main" val="243673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07F620-9EE8-E593-F249-0A9598923832}"/>
              </a:ext>
            </a:extLst>
          </p:cNvPr>
          <p:cNvSpPr>
            <a:spLocks noGrp="1"/>
          </p:cNvSpPr>
          <p:nvPr>
            <p:ph type="body" sz="quarter" idx="10"/>
          </p:nvPr>
        </p:nvSpPr>
        <p:spPr>
          <a:xfrm>
            <a:off x="1247775" y="1436688"/>
            <a:ext cx="9558338" cy="4997487"/>
          </a:xfrm>
        </p:spPr>
        <p:txBody>
          <a:bodyPr>
            <a:normAutofit fontScale="92500" lnSpcReduction="10000"/>
          </a:bodyPr>
          <a:lstStyle/>
          <a:p>
            <a:r>
              <a:rPr lang="en-US" dirty="0"/>
              <a:t>3 Peaks has been a useful campaign</a:t>
            </a:r>
          </a:p>
          <a:p>
            <a:r>
              <a:rPr lang="en-US" i="1" u="sng" dirty="0" err="1"/>
              <a:t>Snowdon</a:t>
            </a:r>
            <a:r>
              <a:rPr lang="en-US" i="1" u="sng" dirty="0"/>
              <a:t> </a:t>
            </a:r>
            <a:r>
              <a:rPr lang="en-US" dirty="0"/>
              <a:t>– VSMS launch</a:t>
            </a:r>
          </a:p>
          <a:p>
            <a:r>
              <a:rPr lang="en-US" i="1" u="sng" dirty="0"/>
              <a:t>Ben Nevis </a:t>
            </a:r>
            <a:r>
              <a:rPr lang="en-US" dirty="0"/>
              <a:t>– model breaker prototype</a:t>
            </a:r>
          </a:p>
          <a:p>
            <a:r>
              <a:rPr lang="en-US" i="1" u="sng" dirty="0"/>
              <a:t>Scafell</a:t>
            </a:r>
            <a:r>
              <a:rPr lang="en-US" dirty="0"/>
              <a:t> – easy model building prototype</a:t>
            </a:r>
          </a:p>
          <a:p>
            <a:r>
              <a:rPr lang="en-US" dirty="0"/>
              <a:t>3 Peaks will remain for at least one more quarter</a:t>
            </a:r>
          </a:p>
          <a:p>
            <a:r>
              <a:rPr lang="en-US" dirty="0"/>
              <a:t>Each peak will now develop</a:t>
            </a:r>
          </a:p>
          <a:p>
            <a:pPr marL="514350" indent="-514350">
              <a:buFont typeface="+mj-lt"/>
              <a:buAutoNum type="arabicPeriod"/>
            </a:pPr>
            <a:r>
              <a:rPr lang="en-US" dirty="0"/>
              <a:t>Updated roadmap towards product-backed-service</a:t>
            </a:r>
          </a:p>
          <a:p>
            <a:pPr marL="514350" indent="-514350">
              <a:buFont typeface="+mj-lt"/>
              <a:buAutoNum type="arabicPeriod"/>
            </a:pPr>
            <a:r>
              <a:rPr lang="en-US" dirty="0"/>
              <a:t>Partnerships roadmap</a:t>
            </a:r>
          </a:p>
          <a:p>
            <a:pPr marL="514350" indent="-514350">
              <a:buFont typeface="+mj-lt"/>
              <a:buAutoNum type="arabicPeriod"/>
            </a:pPr>
            <a:r>
              <a:rPr lang="en-US" dirty="0"/>
              <a:t>Balanced portfolio of bets</a:t>
            </a:r>
          </a:p>
          <a:p>
            <a:pPr marL="514350" indent="-514350">
              <a:buFont typeface="+mj-lt"/>
              <a:buAutoNum type="arabicPeriod"/>
            </a:pPr>
            <a:r>
              <a:rPr lang="en-US" dirty="0"/>
              <a:t>Increased Knowledge share plan</a:t>
            </a:r>
          </a:p>
          <a:p>
            <a:pPr marL="514350" indent="-514350">
              <a:buFont typeface="+mj-lt"/>
              <a:buAutoNum type="arabicPeriod"/>
            </a:pPr>
            <a:r>
              <a:rPr lang="en-US" dirty="0"/>
              <a:t>How to organize opportunistically?</a:t>
            </a:r>
          </a:p>
          <a:p>
            <a:endParaRPr lang="en-US" dirty="0"/>
          </a:p>
          <a:p>
            <a:pPr lvl="1"/>
            <a:endParaRPr lang="en-US" dirty="0"/>
          </a:p>
        </p:txBody>
      </p:sp>
      <p:sp>
        <p:nvSpPr>
          <p:cNvPr id="3" name="Text Placeholder 2">
            <a:extLst>
              <a:ext uri="{FF2B5EF4-FFF2-40B4-BE49-F238E27FC236}">
                <a16:creationId xmlns:a16="http://schemas.microsoft.com/office/drawing/2014/main" id="{3A849B2B-6F6A-43D1-7F4B-795FF5184060}"/>
              </a:ext>
            </a:extLst>
          </p:cNvPr>
          <p:cNvSpPr>
            <a:spLocks noGrp="1"/>
          </p:cNvSpPr>
          <p:nvPr>
            <p:ph type="body" sz="quarter" idx="11"/>
          </p:nvPr>
        </p:nvSpPr>
        <p:spPr/>
        <p:txBody>
          <a:bodyPr/>
          <a:lstStyle/>
          <a:p>
            <a:r>
              <a:rPr lang="en-US" dirty="0"/>
              <a:t>Innovation / 3 peaks initiative</a:t>
            </a:r>
          </a:p>
        </p:txBody>
      </p:sp>
    </p:spTree>
    <p:extLst>
      <p:ext uri="{BB962C8B-B14F-4D97-AF65-F5344CB8AC3E}">
        <p14:creationId xmlns:p14="http://schemas.microsoft.com/office/powerpoint/2010/main" val="1389248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7AAB3-5691-185B-9435-794B5D01A273}"/>
              </a:ext>
            </a:extLst>
          </p:cNvPr>
          <p:cNvSpPr>
            <a:spLocks noGrp="1"/>
          </p:cNvSpPr>
          <p:nvPr>
            <p:ph type="body" sz="quarter" idx="11"/>
          </p:nvPr>
        </p:nvSpPr>
        <p:spPr/>
        <p:txBody>
          <a:bodyPr/>
          <a:lstStyle/>
          <a:p>
            <a:r>
              <a:rPr lang="en-US" dirty="0"/>
              <a:t>Adaptability in governance</a:t>
            </a:r>
          </a:p>
        </p:txBody>
      </p:sp>
      <p:sp>
        <p:nvSpPr>
          <p:cNvPr id="5" name="TextBox 4">
            <a:extLst>
              <a:ext uri="{FF2B5EF4-FFF2-40B4-BE49-F238E27FC236}">
                <a16:creationId xmlns:a16="http://schemas.microsoft.com/office/drawing/2014/main" id="{3E111596-BB04-DC00-DE53-286081B62A16}"/>
              </a:ext>
            </a:extLst>
          </p:cNvPr>
          <p:cNvSpPr txBox="1"/>
          <p:nvPr/>
        </p:nvSpPr>
        <p:spPr>
          <a:xfrm>
            <a:off x="1064508" y="1333780"/>
            <a:ext cx="10646422" cy="4308872"/>
          </a:xfrm>
          <a:prstGeom prst="rect">
            <a:avLst/>
          </a:prstGeom>
          <a:noFill/>
        </p:spPr>
        <p:txBody>
          <a:bodyPr wrap="square" rtlCol="0">
            <a:spAutoFit/>
          </a:bodyPr>
          <a:lstStyle/>
          <a:p>
            <a:pPr marL="457200" indent="-457200" algn="l">
              <a:buFont typeface="Arial" panose="020B0604020202020204" pitchFamily="34" charset="0"/>
              <a:buChar char="•"/>
            </a:pPr>
            <a:r>
              <a:rPr lang="en-GB" sz="3200" dirty="0">
                <a:solidFill>
                  <a:srgbClr val="D1D5DB"/>
                </a:solidFill>
                <a:latin typeface="Söhne"/>
              </a:rPr>
              <a:t>Signs that a business may not be adaptive:</a:t>
            </a:r>
            <a:endParaRPr lang="en-GB" sz="3200" i="0" dirty="0">
              <a:solidFill>
                <a:srgbClr val="D1D5DB"/>
              </a:solidFill>
              <a:effectLst/>
              <a:latin typeface="Söhne"/>
            </a:endParaRPr>
          </a:p>
          <a:p>
            <a:pPr algn="l">
              <a:buFont typeface="+mj-lt"/>
              <a:buAutoNum type="arabicPeriod"/>
            </a:pPr>
            <a:endParaRPr lang="en-GB" sz="3200" dirty="0">
              <a:solidFill>
                <a:srgbClr val="D1D5DB"/>
              </a:solidFill>
              <a:latin typeface="Söhne"/>
            </a:endParaRPr>
          </a:p>
          <a:p>
            <a:pPr algn="l">
              <a:buFont typeface="+mj-lt"/>
              <a:buAutoNum type="arabicPeriod"/>
            </a:pPr>
            <a:r>
              <a:rPr lang="en-GB" sz="3200" i="0" dirty="0">
                <a:solidFill>
                  <a:srgbClr val="C00000"/>
                </a:solidFill>
                <a:effectLst/>
                <a:latin typeface="Söhne"/>
              </a:rPr>
              <a:t>Inability to Respond to Market Changes</a:t>
            </a:r>
            <a:endParaRPr lang="en-GB" sz="3200" dirty="0">
              <a:solidFill>
                <a:srgbClr val="C00000"/>
              </a:solidFill>
              <a:latin typeface="Söhne"/>
            </a:endParaRPr>
          </a:p>
          <a:p>
            <a:pPr algn="l">
              <a:buFont typeface="+mj-lt"/>
              <a:buAutoNum type="arabicPeriod"/>
            </a:pPr>
            <a:r>
              <a:rPr lang="en-GB" sz="3200" i="0" dirty="0">
                <a:solidFill>
                  <a:srgbClr val="C00000"/>
                </a:solidFill>
                <a:effectLst/>
                <a:latin typeface="Söhne"/>
              </a:rPr>
              <a:t>Over-Reliance on Historical Success</a:t>
            </a:r>
            <a:endParaRPr lang="en-GB" sz="3200" dirty="0">
              <a:solidFill>
                <a:srgbClr val="C00000"/>
              </a:solidFill>
              <a:latin typeface="Söhne"/>
            </a:endParaRPr>
          </a:p>
          <a:p>
            <a:pPr algn="l">
              <a:buFont typeface="+mj-lt"/>
              <a:buAutoNum type="arabicPeriod"/>
            </a:pPr>
            <a:r>
              <a:rPr lang="en-GB" sz="3200" i="0" dirty="0">
                <a:solidFill>
                  <a:srgbClr val="FFC000"/>
                </a:solidFill>
                <a:effectLst/>
                <a:latin typeface="Söhne"/>
              </a:rPr>
              <a:t>Organizational Rigidity</a:t>
            </a:r>
            <a:endParaRPr lang="en-GB" sz="3200" dirty="0">
              <a:solidFill>
                <a:srgbClr val="FFC000"/>
              </a:solidFill>
              <a:latin typeface="Söhne"/>
            </a:endParaRPr>
          </a:p>
          <a:p>
            <a:pPr algn="l">
              <a:buFont typeface="+mj-lt"/>
              <a:buAutoNum type="arabicPeriod"/>
            </a:pPr>
            <a:r>
              <a:rPr lang="en-GB" sz="3200" i="0" dirty="0">
                <a:solidFill>
                  <a:srgbClr val="00B050"/>
                </a:solidFill>
                <a:effectLst/>
                <a:latin typeface="Söhne"/>
              </a:rPr>
              <a:t>Limited Stakeholder Engagement</a:t>
            </a:r>
          </a:p>
          <a:p>
            <a:pPr marL="514350" indent="-514350">
              <a:buFont typeface="+mj-lt"/>
              <a:buAutoNum type="arabicPeriod"/>
            </a:pPr>
            <a:r>
              <a:rPr lang="en-GB" sz="3200" dirty="0">
                <a:solidFill>
                  <a:srgbClr val="FFC000"/>
                </a:solidFill>
                <a:latin typeface="Söhne"/>
              </a:rPr>
              <a:t>Neglecting New Opportunities due to existing client “fires”</a:t>
            </a:r>
          </a:p>
          <a:p>
            <a:pPr marL="514350" indent="-514350">
              <a:buFont typeface="+mj-lt"/>
              <a:buAutoNum type="arabicPeriod"/>
            </a:pPr>
            <a:r>
              <a:rPr lang="en-GB" sz="3200" dirty="0">
                <a:solidFill>
                  <a:srgbClr val="FFC000"/>
                </a:solidFill>
                <a:latin typeface="Söhne"/>
              </a:rPr>
              <a:t>Inflexible Financial Planning or excessive risk management</a:t>
            </a:r>
            <a:endParaRPr lang="en-GB" sz="3200" dirty="0">
              <a:solidFill>
                <a:srgbClr val="D1D5DB"/>
              </a:solidFill>
              <a:latin typeface="Söhne"/>
            </a:endParaRPr>
          </a:p>
          <a:p>
            <a:pPr algn="l"/>
            <a:endParaRPr lang="en-US" dirty="0"/>
          </a:p>
        </p:txBody>
      </p:sp>
    </p:spTree>
    <p:extLst>
      <p:ext uri="{BB962C8B-B14F-4D97-AF65-F5344CB8AC3E}">
        <p14:creationId xmlns:p14="http://schemas.microsoft.com/office/powerpoint/2010/main" val="332920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7AAB3-5691-185B-9435-794B5D01A273}"/>
              </a:ext>
            </a:extLst>
          </p:cNvPr>
          <p:cNvSpPr>
            <a:spLocks noGrp="1"/>
          </p:cNvSpPr>
          <p:nvPr>
            <p:ph type="body" sz="quarter" idx="11"/>
          </p:nvPr>
        </p:nvSpPr>
        <p:spPr/>
        <p:txBody>
          <a:bodyPr/>
          <a:lstStyle/>
          <a:p>
            <a:r>
              <a:rPr lang="en-US"/>
              <a:t>The Adaptable </a:t>
            </a:r>
            <a:r>
              <a:rPr lang="en-US" err="1"/>
              <a:t>Organisation</a:t>
            </a:r>
            <a:endParaRPr lang="en-US"/>
          </a:p>
        </p:txBody>
      </p:sp>
      <p:sp>
        <p:nvSpPr>
          <p:cNvPr id="5" name="TextBox 4">
            <a:extLst>
              <a:ext uri="{FF2B5EF4-FFF2-40B4-BE49-F238E27FC236}">
                <a16:creationId xmlns:a16="http://schemas.microsoft.com/office/drawing/2014/main" id="{3E111596-BB04-DC00-DE53-286081B62A16}"/>
              </a:ext>
            </a:extLst>
          </p:cNvPr>
          <p:cNvSpPr txBox="1"/>
          <p:nvPr/>
        </p:nvSpPr>
        <p:spPr>
          <a:xfrm>
            <a:off x="737401" y="1136312"/>
            <a:ext cx="10329270" cy="5786199"/>
          </a:xfrm>
          <a:prstGeom prst="rect">
            <a:avLst/>
          </a:prstGeom>
          <a:noFill/>
        </p:spPr>
        <p:txBody>
          <a:bodyPr wrap="square" rtlCol="0">
            <a:spAutoFit/>
          </a:bodyPr>
          <a:lstStyle/>
          <a:p>
            <a:pPr>
              <a:buFont typeface="Arial" panose="020B0604020202020204" pitchFamily="34" charset="0"/>
              <a:buChar char="•"/>
            </a:pPr>
            <a:r>
              <a:rPr lang="en-GB" sz="3200" i="0">
                <a:solidFill>
                  <a:srgbClr val="D1D5DB"/>
                </a:solidFill>
                <a:effectLst/>
                <a:latin typeface="Söhne"/>
              </a:rPr>
              <a:t>Purpose-Driven Approach</a:t>
            </a:r>
          </a:p>
          <a:p>
            <a:pPr algn="l">
              <a:buFont typeface="Arial" panose="020B0604020202020204" pitchFamily="34" charset="0"/>
              <a:buChar char="•"/>
            </a:pPr>
            <a:r>
              <a:rPr lang="en-GB" sz="3200" i="0">
                <a:solidFill>
                  <a:srgbClr val="D1D5DB"/>
                </a:solidFill>
                <a:effectLst/>
                <a:latin typeface="Söhne"/>
              </a:rPr>
              <a:t>Think like a </a:t>
            </a:r>
            <a:r>
              <a:rPr lang="en-GB" sz="3200" err="1">
                <a:solidFill>
                  <a:srgbClr val="D1D5DB"/>
                </a:solidFill>
                <a:latin typeface="Söhne"/>
              </a:rPr>
              <a:t>S</a:t>
            </a:r>
            <a:r>
              <a:rPr lang="en-GB" sz="3200" i="0" err="1">
                <a:solidFill>
                  <a:srgbClr val="D1D5DB"/>
                </a:solidFill>
                <a:effectLst/>
                <a:latin typeface="Söhne"/>
              </a:rPr>
              <a:t>tartup</a:t>
            </a:r>
            <a:endParaRPr lang="en-GB" sz="3200" i="0">
              <a:solidFill>
                <a:srgbClr val="D1D5DB"/>
              </a:solidFill>
              <a:effectLst/>
              <a:latin typeface="Söhne"/>
            </a:endParaRPr>
          </a:p>
          <a:p>
            <a:pPr algn="l">
              <a:buFont typeface="Arial" panose="020B0604020202020204" pitchFamily="34" charset="0"/>
              <a:buChar char="•"/>
            </a:pPr>
            <a:r>
              <a:rPr lang="en-GB" sz="3200" i="0">
                <a:solidFill>
                  <a:srgbClr val="D1D5DB"/>
                </a:solidFill>
                <a:effectLst/>
                <a:latin typeface="Söhne"/>
              </a:rPr>
              <a:t>Ecosystem Mindset</a:t>
            </a:r>
          </a:p>
          <a:p>
            <a:pPr algn="l">
              <a:buFont typeface="Arial" panose="020B0604020202020204" pitchFamily="34" charset="0"/>
              <a:buChar char="•"/>
            </a:pPr>
            <a:r>
              <a:rPr lang="en-GB" sz="3200" i="0">
                <a:solidFill>
                  <a:srgbClr val="D1D5DB"/>
                </a:solidFill>
                <a:effectLst/>
                <a:latin typeface="Söhne"/>
              </a:rPr>
              <a:t>Dynamic and Empowered teams</a:t>
            </a:r>
          </a:p>
          <a:p>
            <a:pPr algn="l">
              <a:buFont typeface="Arial" panose="020B0604020202020204" pitchFamily="34" charset="0"/>
              <a:buChar char="•"/>
            </a:pPr>
            <a:r>
              <a:rPr lang="en-GB" sz="3200" i="0">
                <a:solidFill>
                  <a:srgbClr val="D1D5DB"/>
                </a:solidFill>
                <a:effectLst/>
                <a:latin typeface="Söhne"/>
              </a:rPr>
              <a:t>Leadership Adaptability</a:t>
            </a:r>
          </a:p>
          <a:p>
            <a:pPr algn="l">
              <a:buFont typeface="Arial" panose="020B0604020202020204" pitchFamily="34" charset="0"/>
              <a:buChar char="•"/>
            </a:pPr>
            <a:r>
              <a:rPr lang="en-GB" sz="3200" i="0">
                <a:solidFill>
                  <a:srgbClr val="D1D5DB"/>
                </a:solidFill>
                <a:effectLst/>
                <a:latin typeface="Söhne"/>
              </a:rPr>
              <a:t>Resilience and </a:t>
            </a:r>
            <a:r>
              <a:rPr lang="en-GB" sz="3200">
                <a:solidFill>
                  <a:srgbClr val="D1D5DB"/>
                </a:solidFill>
                <a:latin typeface="Söhne"/>
              </a:rPr>
              <a:t>c</a:t>
            </a:r>
            <a:r>
              <a:rPr lang="en-GB" sz="3200" i="0">
                <a:solidFill>
                  <a:srgbClr val="D1D5DB"/>
                </a:solidFill>
                <a:effectLst/>
                <a:latin typeface="Söhne"/>
              </a:rPr>
              <a:t>hange acceptance</a:t>
            </a:r>
          </a:p>
          <a:p>
            <a:pPr algn="l">
              <a:buFont typeface="Arial" panose="020B0604020202020204" pitchFamily="34" charset="0"/>
              <a:buChar char="•"/>
            </a:pPr>
            <a:r>
              <a:rPr lang="en-GB" sz="3200" i="0">
                <a:solidFill>
                  <a:srgbClr val="D1D5DB"/>
                </a:solidFill>
                <a:effectLst/>
                <a:latin typeface="Söhne"/>
              </a:rPr>
              <a:t>Decentralizing Governance </a:t>
            </a:r>
          </a:p>
          <a:p>
            <a:pPr algn="l">
              <a:buFont typeface="Arial" panose="020B0604020202020204" pitchFamily="34" charset="0"/>
              <a:buChar char="•"/>
            </a:pPr>
            <a:r>
              <a:rPr lang="en-GB" sz="3200" i="0">
                <a:solidFill>
                  <a:srgbClr val="D1D5DB"/>
                </a:solidFill>
                <a:effectLst/>
                <a:latin typeface="Söhne"/>
              </a:rPr>
              <a:t>Experimentation and embracing failure</a:t>
            </a:r>
          </a:p>
          <a:p>
            <a:pPr algn="l">
              <a:buFont typeface="Arial" panose="020B0604020202020204" pitchFamily="34" charset="0"/>
              <a:buChar char="•"/>
            </a:pPr>
            <a:r>
              <a:rPr lang="en-GB" sz="3200" i="0">
                <a:solidFill>
                  <a:srgbClr val="D1D5DB"/>
                </a:solidFill>
                <a:effectLst/>
                <a:latin typeface="Söhne"/>
              </a:rPr>
              <a:t>Continuous Alignment of Strategy and Structure</a:t>
            </a:r>
          </a:p>
          <a:p>
            <a:pPr algn="l">
              <a:buFont typeface="Arial" panose="020B0604020202020204" pitchFamily="34" charset="0"/>
              <a:buChar char="•"/>
            </a:pPr>
            <a:r>
              <a:rPr lang="en-GB" sz="3200" i="0">
                <a:solidFill>
                  <a:srgbClr val="D1D5DB"/>
                </a:solidFill>
                <a:effectLst/>
                <a:latin typeface="Söhne"/>
              </a:rPr>
              <a:t>Embrace Digital Transformation</a:t>
            </a:r>
          </a:p>
          <a:p>
            <a:pPr algn="l">
              <a:buFont typeface="Arial" panose="020B0604020202020204" pitchFamily="34" charset="0"/>
              <a:buChar char="•"/>
            </a:pPr>
            <a:r>
              <a:rPr lang="en-GB" sz="3200">
                <a:solidFill>
                  <a:srgbClr val="D1D5DB"/>
                </a:solidFill>
                <a:latin typeface="Söhne"/>
              </a:rPr>
              <a:t>Diversity</a:t>
            </a:r>
            <a:endParaRPr lang="en-GB" sz="3200" i="0">
              <a:solidFill>
                <a:srgbClr val="D1D5DB"/>
              </a:solidFill>
              <a:effectLst/>
              <a:latin typeface="Söhne"/>
            </a:endParaRPr>
          </a:p>
          <a:p>
            <a:pPr algn="l">
              <a:buFont typeface="Arial" panose="020B0604020202020204" pitchFamily="34" charset="0"/>
              <a:buChar char="•"/>
            </a:pPr>
            <a:endParaRPr lang="en-US"/>
          </a:p>
        </p:txBody>
      </p:sp>
    </p:spTree>
    <p:extLst>
      <p:ext uri="{BB962C8B-B14F-4D97-AF65-F5344CB8AC3E}">
        <p14:creationId xmlns:p14="http://schemas.microsoft.com/office/powerpoint/2010/main" val="3862365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7AAB3-5691-185B-9435-794B5D01A273}"/>
              </a:ext>
            </a:extLst>
          </p:cNvPr>
          <p:cNvSpPr>
            <a:spLocks noGrp="1"/>
          </p:cNvSpPr>
          <p:nvPr>
            <p:ph type="body" sz="quarter" idx="11"/>
          </p:nvPr>
        </p:nvSpPr>
        <p:spPr/>
        <p:txBody>
          <a:bodyPr/>
          <a:lstStyle/>
          <a:p>
            <a:r>
              <a:rPr lang="en-US"/>
              <a:t>The Adaptable </a:t>
            </a:r>
            <a:r>
              <a:rPr lang="en-US" err="1"/>
              <a:t>Organisation</a:t>
            </a:r>
            <a:endParaRPr lang="en-US"/>
          </a:p>
        </p:txBody>
      </p:sp>
      <p:sp>
        <p:nvSpPr>
          <p:cNvPr id="5" name="TextBox 4">
            <a:extLst>
              <a:ext uri="{FF2B5EF4-FFF2-40B4-BE49-F238E27FC236}">
                <a16:creationId xmlns:a16="http://schemas.microsoft.com/office/drawing/2014/main" id="{3E111596-BB04-DC00-DE53-286081B62A16}"/>
              </a:ext>
            </a:extLst>
          </p:cNvPr>
          <p:cNvSpPr txBox="1"/>
          <p:nvPr/>
        </p:nvSpPr>
        <p:spPr>
          <a:xfrm>
            <a:off x="737401" y="1136312"/>
            <a:ext cx="10329270" cy="5786199"/>
          </a:xfrm>
          <a:prstGeom prst="rect">
            <a:avLst/>
          </a:prstGeom>
          <a:noFill/>
        </p:spPr>
        <p:txBody>
          <a:bodyPr wrap="square" rtlCol="0">
            <a:spAutoFit/>
          </a:bodyPr>
          <a:lstStyle/>
          <a:p>
            <a:pPr>
              <a:buFont typeface="Arial" panose="020B0604020202020204" pitchFamily="34" charset="0"/>
              <a:buChar char="•"/>
            </a:pPr>
            <a:r>
              <a:rPr lang="en-GB" sz="3200" i="0">
                <a:solidFill>
                  <a:srgbClr val="D1D5DB"/>
                </a:solidFill>
                <a:effectLst/>
                <a:latin typeface="Söhne"/>
              </a:rPr>
              <a:t>Purpose-Driven Approach</a:t>
            </a:r>
          </a:p>
          <a:p>
            <a:pPr algn="l">
              <a:buFont typeface="Arial" panose="020B0604020202020204" pitchFamily="34" charset="0"/>
              <a:buChar char="•"/>
            </a:pPr>
            <a:r>
              <a:rPr lang="en-GB" sz="3200" i="0">
                <a:solidFill>
                  <a:srgbClr val="D1D5DB"/>
                </a:solidFill>
                <a:effectLst/>
                <a:latin typeface="Söhne"/>
              </a:rPr>
              <a:t>Think like a </a:t>
            </a:r>
            <a:r>
              <a:rPr lang="en-GB" sz="3200" err="1">
                <a:solidFill>
                  <a:srgbClr val="D1D5DB"/>
                </a:solidFill>
                <a:latin typeface="Söhne"/>
              </a:rPr>
              <a:t>S</a:t>
            </a:r>
            <a:r>
              <a:rPr lang="en-GB" sz="3200" i="0" err="1">
                <a:solidFill>
                  <a:srgbClr val="D1D5DB"/>
                </a:solidFill>
                <a:effectLst/>
                <a:latin typeface="Söhne"/>
              </a:rPr>
              <a:t>tartup</a:t>
            </a:r>
            <a:endParaRPr lang="en-GB" sz="3200" i="0">
              <a:solidFill>
                <a:srgbClr val="D1D5DB"/>
              </a:solidFill>
              <a:effectLst/>
              <a:latin typeface="Söhne"/>
            </a:endParaRPr>
          </a:p>
          <a:p>
            <a:pPr algn="l">
              <a:buFont typeface="Arial" panose="020B0604020202020204" pitchFamily="34" charset="0"/>
              <a:buChar char="•"/>
            </a:pPr>
            <a:r>
              <a:rPr lang="en-GB" sz="3200" i="0">
                <a:solidFill>
                  <a:srgbClr val="D1D5DB"/>
                </a:solidFill>
                <a:effectLst/>
                <a:latin typeface="Söhne"/>
              </a:rPr>
              <a:t>Ecosystem Mindset</a:t>
            </a:r>
          </a:p>
          <a:p>
            <a:pPr algn="l">
              <a:buFont typeface="Arial" panose="020B0604020202020204" pitchFamily="34" charset="0"/>
              <a:buChar char="•"/>
            </a:pPr>
            <a:r>
              <a:rPr lang="en-GB" sz="3200" i="0">
                <a:solidFill>
                  <a:srgbClr val="D1D5DB"/>
                </a:solidFill>
                <a:effectLst/>
                <a:latin typeface="Söhne"/>
              </a:rPr>
              <a:t>Dynamic and Empowered teams</a:t>
            </a:r>
          </a:p>
          <a:p>
            <a:pPr algn="l">
              <a:buFont typeface="Arial" panose="020B0604020202020204" pitchFamily="34" charset="0"/>
              <a:buChar char="•"/>
            </a:pPr>
            <a:r>
              <a:rPr lang="en-GB" sz="3200" i="0">
                <a:solidFill>
                  <a:srgbClr val="D1D5DB"/>
                </a:solidFill>
                <a:effectLst/>
                <a:latin typeface="Söhne"/>
              </a:rPr>
              <a:t>Leadership Adaptability</a:t>
            </a:r>
          </a:p>
          <a:p>
            <a:pPr algn="l">
              <a:buFont typeface="Arial" panose="020B0604020202020204" pitchFamily="34" charset="0"/>
              <a:buChar char="•"/>
            </a:pPr>
            <a:r>
              <a:rPr lang="en-GB" sz="3200" i="0">
                <a:solidFill>
                  <a:srgbClr val="D1D5DB"/>
                </a:solidFill>
                <a:effectLst/>
                <a:latin typeface="Söhne"/>
              </a:rPr>
              <a:t>Resilience and </a:t>
            </a:r>
            <a:r>
              <a:rPr lang="en-GB" sz="3200">
                <a:solidFill>
                  <a:srgbClr val="D1D5DB"/>
                </a:solidFill>
                <a:latin typeface="Söhne"/>
              </a:rPr>
              <a:t>c</a:t>
            </a:r>
            <a:r>
              <a:rPr lang="en-GB" sz="3200" i="0">
                <a:solidFill>
                  <a:srgbClr val="D1D5DB"/>
                </a:solidFill>
                <a:effectLst/>
                <a:latin typeface="Söhne"/>
              </a:rPr>
              <a:t>hange acceptance</a:t>
            </a:r>
          </a:p>
          <a:p>
            <a:pPr algn="l">
              <a:buFont typeface="Arial" panose="020B0604020202020204" pitchFamily="34" charset="0"/>
              <a:buChar char="•"/>
            </a:pPr>
            <a:r>
              <a:rPr lang="en-GB" sz="3200" i="0">
                <a:solidFill>
                  <a:srgbClr val="D1D5DB"/>
                </a:solidFill>
                <a:effectLst/>
                <a:latin typeface="Söhne"/>
              </a:rPr>
              <a:t>Decentralizing Governance </a:t>
            </a:r>
          </a:p>
          <a:p>
            <a:pPr algn="l">
              <a:buFont typeface="Arial" panose="020B0604020202020204" pitchFamily="34" charset="0"/>
              <a:buChar char="•"/>
            </a:pPr>
            <a:r>
              <a:rPr lang="en-GB" sz="3200" i="0">
                <a:solidFill>
                  <a:srgbClr val="D1D5DB"/>
                </a:solidFill>
                <a:effectLst/>
                <a:latin typeface="Söhne"/>
              </a:rPr>
              <a:t>Experimentation and embracing failure</a:t>
            </a:r>
          </a:p>
          <a:p>
            <a:pPr algn="l">
              <a:buFont typeface="Arial" panose="020B0604020202020204" pitchFamily="34" charset="0"/>
              <a:buChar char="•"/>
            </a:pPr>
            <a:r>
              <a:rPr lang="en-GB" sz="3200" i="0">
                <a:solidFill>
                  <a:srgbClr val="D1D5DB"/>
                </a:solidFill>
                <a:effectLst/>
                <a:latin typeface="Söhne"/>
              </a:rPr>
              <a:t>Continuous Alignment of Strategy and Structure</a:t>
            </a:r>
          </a:p>
          <a:p>
            <a:pPr algn="l">
              <a:buFont typeface="Arial" panose="020B0604020202020204" pitchFamily="34" charset="0"/>
              <a:buChar char="•"/>
            </a:pPr>
            <a:r>
              <a:rPr lang="en-GB" sz="3200" i="0">
                <a:solidFill>
                  <a:srgbClr val="D1D5DB"/>
                </a:solidFill>
                <a:effectLst/>
                <a:latin typeface="Söhne"/>
              </a:rPr>
              <a:t>Embrace Digital Transformation</a:t>
            </a:r>
          </a:p>
          <a:p>
            <a:pPr algn="l">
              <a:buFont typeface="Arial" panose="020B0604020202020204" pitchFamily="34" charset="0"/>
              <a:buChar char="•"/>
            </a:pPr>
            <a:r>
              <a:rPr lang="en-GB" sz="3200">
                <a:solidFill>
                  <a:srgbClr val="D1D5DB"/>
                </a:solidFill>
                <a:latin typeface="Söhne"/>
              </a:rPr>
              <a:t>Diversity</a:t>
            </a:r>
            <a:endParaRPr lang="en-GB" sz="3200" i="0">
              <a:solidFill>
                <a:srgbClr val="D1D5DB"/>
              </a:solidFill>
              <a:effectLst/>
              <a:latin typeface="Söhne"/>
            </a:endParaRPr>
          </a:p>
          <a:p>
            <a:pPr algn="l">
              <a:buFont typeface="Arial" panose="020B0604020202020204" pitchFamily="34" charset="0"/>
              <a:buChar char="•"/>
            </a:pPr>
            <a:endParaRPr lang="en-US"/>
          </a:p>
        </p:txBody>
      </p:sp>
      <p:sp>
        <p:nvSpPr>
          <p:cNvPr id="4" name="TextBox 3">
            <a:extLst>
              <a:ext uri="{FF2B5EF4-FFF2-40B4-BE49-F238E27FC236}">
                <a16:creationId xmlns:a16="http://schemas.microsoft.com/office/drawing/2014/main" id="{DB12EC09-D08D-6234-63B5-248FF06E8101}"/>
              </a:ext>
            </a:extLst>
          </p:cNvPr>
          <p:cNvSpPr txBox="1"/>
          <p:nvPr/>
        </p:nvSpPr>
        <p:spPr>
          <a:xfrm>
            <a:off x="9251891" y="1136312"/>
            <a:ext cx="1814780" cy="6278642"/>
          </a:xfrm>
          <a:prstGeom prst="rect">
            <a:avLst/>
          </a:prstGeom>
          <a:noFill/>
        </p:spPr>
        <p:txBody>
          <a:bodyPr wrap="square" rtlCol="0">
            <a:spAutoFit/>
          </a:bodyPr>
          <a:lstStyle/>
          <a:p>
            <a:r>
              <a:rPr lang="en-GB" sz="3200" b="1" i="0">
                <a:solidFill>
                  <a:srgbClr val="58C1F1"/>
                </a:solidFill>
                <a:effectLst/>
                <a:latin typeface="Söhne"/>
              </a:rPr>
              <a:t>8/10</a:t>
            </a:r>
          </a:p>
          <a:p>
            <a:r>
              <a:rPr lang="en-GB" sz="3200" b="1">
                <a:solidFill>
                  <a:srgbClr val="58C1F1"/>
                </a:solidFill>
                <a:latin typeface="Söhne"/>
              </a:rPr>
              <a:t>2/10</a:t>
            </a:r>
          </a:p>
          <a:p>
            <a:r>
              <a:rPr lang="en-GB" sz="3200" b="1" i="0">
                <a:solidFill>
                  <a:srgbClr val="58C1F1"/>
                </a:solidFill>
                <a:effectLst/>
                <a:latin typeface="Söhne"/>
              </a:rPr>
              <a:t>2/10</a:t>
            </a:r>
          </a:p>
          <a:p>
            <a:r>
              <a:rPr lang="en-GB" sz="3200" b="1">
                <a:solidFill>
                  <a:srgbClr val="58C1F1"/>
                </a:solidFill>
                <a:latin typeface="Söhne"/>
              </a:rPr>
              <a:t>4/10</a:t>
            </a:r>
          </a:p>
          <a:p>
            <a:r>
              <a:rPr lang="en-GB" sz="3200" b="1" i="0">
                <a:solidFill>
                  <a:srgbClr val="58C1F1"/>
                </a:solidFill>
                <a:effectLst/>
                <a:latin typeface="Söhne"/>
              </a:rPr>
              <a:t>4/10</a:t>
            </a:r>
          </a:p>
          <a:p>
            <a:r>
              <a:rPr lang="en-GB" sz="3200" b="1">
                <a:solidFill>
                  <a:srgbClr val="58C1F1"/>
                </a:solidFill>
                <a:latin typeface="Söhne"/>
              </a:rPr>
              <a:t>6/10</a:t>
            </a:r>
          </a:p>
          <a:p>
            <a:r>
              <a:rPr lang="en-GB" sz="3200" b="1">
                <a:solidFill>
                  <a:srgbClr val="58C1F1"/>
                </a:solidFill>
                <a:latin typeface="Söhne"/>
              </a:rPr>
              <a:t>5/10</a:t>
            </a:r>
          </a:p>
          <a:p>
            <a:r>
              <a:rPr lang="en-GB" sz="3200" b="1" i="0">
                <a:solidFill>
                  <a:srgbClr val="58C1F1"/>
                </a:solidFill>
                <a:effectLst/>
                <a:latin typeface="Söhne"/>
              </a:rPr>
              <a:t>6/10</a:t>
            </a:r>
          </a:p>
          <a:p>
            <a:r>
              <a:rPr lang="en-GB" sz="3200" b="1" i="0">
                <a:solidFill>
                  <a:srgbClr val="58C1F1"/>
                </a:solidFill>
                <a:effectLst/>
                <a:latin typeface="Söhne"/>
              </a:rPr>
              <a:t>6/10</a:t>
            </a:r>
          </a:p>
          <a:p>
            <a:r>
              <a:rPr lang="en-GB" sz="3200" b="1">
                <a:solidFill>
                  <a:srgbClr val="58C1F1"/>
                </a:solidFill>
                <a:latin typeface="Söhne"/>
              </a:rPr>
              <a:t>4/10</a:t>
            </a:r>
          </a:p>
          <a:p>
            <a:r>
              <a:rPr lang="en-GB" sz="3200" b="1">
                <a:solidFill>
                  <a:srgbClr val="58C1F1"/>
                </a:solidFill>
                <a:latin typeface="Söhne"/>
              </a:rPr>
              <a:t>2/10</a:t>
            </a:r>
          </a:p>
          <a:p>
            <a:pPr>
              <a:buFont typeface="Arial" panose="020B0604020202020204" pitchFamily="34" charset="0"/>
              <a:buChar char="•"/>
            </a:pPr>
            <a:endParaRPr lang="en-GB" sz="3200" b="1" i="0">
              <a:solidFill>
                <a:srgbClr val="D1D5DB"/>
              </a:solidFill>
              <a:effectLst/>
              <a:latin typeface="Söhne"/>
            </a:endParaRPr>
          </a:p>
          <a:p>
            <a:pPr algn="l">
              <a:buFont typeface="Arial" panose="020B0604020202020204" pitchFamily="34" charset="0"/>
              <a:buChar char="•"/>
            </a:pPr>
            <a:endParaRPr lang="en-US"/>
          </a:p>
        </p:txBody>
      </p:sp>
      <p:sp>
        <p:nvSpPr>
          <p:cNvPr id="6" name="Right Brace 5">
            <a:extLst>
              <a:ext uri="{FF2B5EF4-FFF2-40B4-BE49-F238E27FC236}">
                <a16:creationId xmlns:a16="http://schemas.microsoft.com/office/drawing/2014/main" id="{63DCA176-6D74-6B47-F906-FC520594262C}"/>
              </a:ext>
            </a:extLst>
          </p:cNvPr>
          <p:cNvSpPr/>
          <p:nvPr/>
        </p:nvSpPr>
        <p:spPr>
          <a:xfrm>
            <a:off x="10404763" y="1274618"/>
            <a:ext cx="661907" cy="5195455"/>
          </a:xfrm>
          <a:prstGeom prst="rightBrace">
            <a:avLst>
              <a:gd name="adj1" fmla="val 94151"/>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0AE0CE81-888E-664D-156D-4BC55CC1E6F7}"/>
              </a:ext>
            </a:extLst>
          </p:cNvPr>
          <p:cNvSpPr txBox="1"/>
          <p:nvPr/>
        </p:nvSpPr>
        <p:spPr>
          <a:xfrm>
            <a:off x="11135777" y="3610735"/>
            <a:ext cx="1083765" cy="523220"/>
          </a:xfrm>
          <a:prstGeom prst="rect">
            <a:avLst/>
          </a:prstGeom>
          <a:noFill/>
        </p:spPr>
        <p:txBody>
          <a:bodyPr wrap="square" rtlCol="0">
            <a:spAutoFit/>
          </a:bodyPr>
          <a:lstStyle/>
          <a:p>
            <a:r>
              <a:rPr lang="en-US" sz="2800">
                <a:solidFill>
                  <a:srgbClr val="58C1F1"/>
                </a:solidFill>
              </a:rPr>
              <a:t>4/10</a:t>
            </a:r>
          </a:p>
        </p:txBody>
      </p:sp>
      <p:sp>
        <p:nvSpPr>
          <p:cNvPr id="3" name="TextBox 2">
            <a:extLst>
              <a:ext uri="{FF2B5EF4-FFF2-40B4-BE49-F238E27FC236}">
                <a16:creationId xmlns:a16="http://schemas.microsoft.com/office/drawing/2014/main" id="{27A47BAA-F443-F393-45C3-D265870670F0}"/>
              </a:ext>
            </a:extLst>
          </p:cNvPr>
          <p:cNvSpPr txBox="1"/>
          <p:nvPr/>
        </p:nvSpPr>
        <p:spPr>
          <a:xfrm>
            <a:off x="8929259" y="766980"/>
            <a:ext cx="1806457" cy="369332"/>
          </a:xfrm>
          <a:prstGeom prst="rect">
            <a:avLst/>
          </a:prstGeom>
          <a:noFill/>
        </p:spPr>
        <p:txBody>
          <a:bodyPr wrap="none" rtlCol="0">
            <a:spAutoFit/>
          </a:bodyPr>
          <a:lstStyle/>
          <a:p>
            <a:r>
              <a:rPr lang="en-US" dirty="0">
                <a:solidFill>
                  <a:srgbClr val="FFFF00"/>
                </a:solidFill>
              </a:rPr>
              <a:t>Adrian’s estimate</a:t>
            </a:r>
          </a:p>
        </p:txBody>
      </p:sp>
    </p:spTree>
    <p:extLst>
      <p:ext uri="{BB962C8B-B14F-4D97-AF65-F5344CB8AC3E}">
        <p14:creationId xmlns:p14="http://schemas.microsoft.com/office/powerpoint/2010/main" val="2002261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07F620-9EE8-E593-F249-0A9598923832}"/>
              </a:ext>
            </a:extLst>
          </p:cNvPr>
          <p:cNvSpPr>
            <a:spLocks noGrp="1"/>
          </p:cNvSpPr>
          <p:nvPr>
            <p:ph type="body" sz="quarter" idx="10"/>
          </p:nvPr>
        </p:nvSpPr>
        <p:spPr>
          <a:xfrm>
            <a:off x="1247775" y="1436688"/>
            <a:ext cx="10369794" cy="4997487"/>
          </a:xfrm>
        </p:spPr>
        <p:txBody>
          <a:bodyPr>
            <a:normAutofit/>
          </a:bodyPr>
          <a:lstStyle/>
          <a:p>
            <a:r>
              <a:rPr lang="en-US" dirty="0"/>
              <a:t>We are making good progress in evolving NAG</a:t>
            </a:r>
          </a:p>
          <a:p>
            <a:r>
              <a:rPr lang="en-US" dirty="0"/>
              <a:t>Pace of evolution must increase to match AI innovation pace</a:t>
            </a:r>
          </a:p>
          <a:p>
            <a:r>
              <a:rPr lang="en-US" dirty="0"/>
              <a:t>We must adapt to the modern way of doing business</a:t>
            </a:r>
          </a:p>
          <a:p>
            <a:r>
              <a:rPr lang="en-US" dirty="0"/>
              <a:t>Survival in era of rapid business model innovation requires change</a:t>
            </a:r>
          </a:p>
          <a:p>
            <a:r>
              <a:rPr lang="en-US" dirty="0"/>
              <a:t>We will need to evolve in several areas:</a:t>
            </a:r>
          </a:p>
          <a:p>
            <a:pPr marL="514350" indent="-514350">
              <a:buFont typeface="+mj-lt"/>
              <a:buAutoNum type="arabicPeriod"/>
            </a:pPr>
            <a:r>
              <a:rPr lang="en-US" i="1" dirty="0"/>
              <a:t>Mindset of adaptability and opportunism</a:t>
            </a:r>
          </a:p>
          <a:p>
            <a:pPr marL="514350" indent="-514350">
              <a:buFont typeface="+mj-lt"/>
              <a:buAutoNum type="arabicPeriod"/>
            </a:pPr>
            <a:r>
              <a:rPr lang="en-US" i="1" dirty="0"/>
              <a:t>Dynamic leadership with Decentralized governance</a:t>
            </a:r>
          </a:p>
          <a:p>
            <a:pPr marL="514350" indent="-514350">
              <a:buFont typeface="+mj-lt"/>
              <a:buAutoNum type="arabicPeriod"/>
            </a:pPr>
            <a:r>
              <a:rPr lang="en-US" i="1" dirty="0"/>
              <a:t>Core-Explore integrated into the roles of every employee</a:t>
            </a:r>
          </a:p>
          <a:p>
            <a:pPr marL="514350" indent="-514350">
              <a:buFont typeface="+mj-lt"/>
              <a:buAutoNum type="arabicPeriod"/>
            </a:pPr>
            <a:r>
              <a:rPr lang="en-US" i="1" dirty="0"/>
              <a:t>Diversity (gender, racial, neuro, thinking)</a:t>
            </a:r>
          </a:p>
        </p:txBody>
      </p:sp>
      <p:sp>
        <p:nvSpPr>
          <p:cNvPr id="3" name="Text Placeholder 2">
            <a:extLst>
              <a:ext uri="{FF2B5EF4-FFF2-40B4-BE49-F238E27FC236}">
                <a16:creationId xmlns:a16="http://schemas.microsoft.com/office/drawing/2014/main" id="{3A849B2B-6F6A-43D1-7F4B-795FF5184060}"/>
              </a:ext>
            </a:extLst>
          </p:cNvPr>
          <p:cNvSpPr>
            <a:spLocks noGrp="1"/>
          </p:cNvSpPr>
          <p:nvPr>
            <p:ph type="body" sz="quarter" idx="11"/>
          </p:nvPr>
        </p:nvSpPr>
        <p:spPr/>
        <p:txBody>
          <a:bodyPr/>
          <a:lstStyle/>
          <a:p>
            <a:r>
              <a:rPr lang="en-US"/>
              <a:t>Conclusions</a:t>
            </a:r>
          </a:p>
        </p:txBody>
      </p:sp>
    </p:spTree>
    <p:extLst>
      <p:ext uri="{BB962C8B-B14F-4D97-AF65-F5344CB8AC3E}">
        <p14:creationId xmlns:p14="http://schemas.microsoft.com/office/powerpoint/2010/main" val="196585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AD5491-8FD9-EDBF-69B2-F2098D3AAB8D}"/>
              </a:ext>
            </a:extLst>
          </p:cNvPr>
          <p:cNvSpPr>
            <a:spLocks noGrp="1"/>
          </p:cNvSpPr>
          <p:nvPr>
            <p:ph type="body" sz="quarter" idx="11"/>
          </p:nvPr>
        </p:nvSpPr>
        <p:spPr/>
        <p:txBody>
          <a:bodyPr>
            <a:normAutofit/>
          </a:bodyPr>
          <a:lstStyle/>
          <a:p>
            <a:r>
              <a:rPr lang="en-US"/>
              <a:t>Governance</a:t>
            </a:r>
          </a:p>
        </p:txBody>
      </p:sp>
      <p:sp>
        <p:nvSpPr>
          <p:cNvPr id="14" name="Rounded Rectangle 13">
            <a:extLst>
              <a:ext uri="{FF2B5EF4-FFF2-40B4-BE49-F238E27FC236}">
                <a16:creationId xmlns:a16="http://schemas.microsoft.com/office/drawing/2014/main" id="{1C2458D6-E730-39E5-F2B9-0C2EA146F21B}"/>
              </a:ext>
            </a:extLst>
          </p:cNvPr>
          <p:cNvSpPr/>
          <p:nvPr/>
        </p:nvSpPr>
        <p:spPr>
          <a:xfrm>
            <a:off x="152401" y="2237519"/>
            <a:ext cx="11914908" cy="3141710"/>
          </a:xfrm>
          <a:prstGeom prst="roundRect">
            <a:avLst>
              <a:gd name="adj" fmla="val 10210"/>
            </a:avLst>
          </a:prstGeom>
          <a:solidFill>
            <a:srgbClr val="04254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i="1"/>
              <a:t>n</a:t>
            </a:r>
            <a:r>
              <a:rPr lang="en-US" sz="2400" baseline="30000"/>
              <a:t>2</a:t>
            </a:r>
            <a:r>
              <a:rPr lang="en-US" sz="2400"/>
              <a:t> Group</a:t>
            </a:r>
            <a:br>
              <a:rPr lang="en-US" sz="2400"/>
            </a:br>
            <a:r>
              <a:rPr lang="en-US" sz="2400"/>
              <a:t>Strategy Team</a:t>
            </a:r>
          </a:p>
        </p:txBody>
      </p:sp>
      <p:sp>
        <p:nvSpPr>
          <p:cNvPr id="45" name="Rounded Rectangle 44">
            <a:extLst>
              <a:ext uri="{FF2B5EF4-FFF2-40B4-BE49-F238E27FC236}">
                <a16:creationId xmlns:a16="http://schemas.microsoft.com/office/drawing/2014/main" id="{1733BE7A-E638-AFC9-DA83-5583961C8332}"/>
              </a:ext>
            </a:extLst>
          </p:cNvPr>
          <p:cNvSpPr/>
          <p:nvPr/>
        </p:nvSpPr>
        <p:spPr>
          <a:xfrm>
            <a:off x="4394457" y="3042344"/>
            <a:ext cx="3556799" cy="222057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000" i="1" dirty="0">
                <a:solidFill>
                  <a:srgbClr val="042540"/>
                </a:solidFill>
              </a:rPr>
              <a:t>n</a:t>
            </a:r>
            <a:r>
              <a:rPr lang="en-US" sz="2000" baseline="30000" dirty="0">
                <a:solidFill>
                  <a:srgbClr val="042540"/>
                </a:solidFill>
              </a:rPr>
              <a:t>2</a:t>
            </a:r>
            <a:r>
              <a:rPr lang="en-US" sz="2000" dirty="0">
                <a:solidFill>
                  <a:srgbClr val="042540"/>
                </a:solidFill>
              </a:rPr>
              <a:t> Group Services</a:t>
            </a:r>
          </a:p>
          <a:p>
            <a:pPr algn="ctr"/>
            <a:endParaRPr lang="en-US" dirty="0"/>
          </a:p>
          <a:p>
            <a:pPr algn="ctr"/>
            <a:endParaRPr lang="en-US" dirty="0"/>
          </a:p>
        </p:txBody>
      </p:sp>
      <p:sp>
        <p:nvSpPr>
          <p:cNvPr id="46" name="Rounded Rectangle 45">
            <a:extLst>
              <a:ext uri="{FF2B5EF4-FFF2-40B4-BE49-F238E27FC236}">
                <a16:creationId xmlns:a16="http://schemas.microsoft.com/office/drawing/2014/main" id="{30E4D596-5A0D-4390-A67D-CDD12C1C8CE0}"/>
              </a:ext>
            </a:extLst>
          </p:cNvPr>
          <p:cNvSpPr/>
          <p:nvPr/>
        </p:nvSpPr>
        <p:spPr>
          <a:xfrm>
            <a:off x="4394457" y="2329133"/>
            <a:ext cx="3556800" cy="60017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i="1" dirty="0">
                <a:solidFill>
                  <a:srgbClr val="042540"/>
                </a:solidFill>
              </a:rPr>
              <a:t>n</a:t>
            </a:r>
            <a:r>
              <a:rPr lang="en-US" sz="2400" b="1" baseline="30000" dirty="0">
                <a:solidFill>
                  <a:srgbClr val="042540"/>
                </a:solidFill>
              </a:rPr>
              <a:t>2</a:t>
            </a:r>
            <a:r>
              <a:rPr lang="en-US" sz="2400" b="1" dirty="0">
                <a:solidFill>
                  <a:srgbClr val="042540"/>
                </a:solidFill>
              </a:rPr>
              <a:t> Group CEO</a:t>
            </a:r>
          </a:p>
        </p:txBody>
      </p:sp>
      <p:grpSp>
        <p:nvGrpSpPr>
          <p:cNvPr id="59" name="Group 58">
            <a:extLst>
              <a:ext uri="{FF2B5EF4-FFF2-40B4-BE49-F238E27FC236}">
                <a16:creationId xmlns:a16="http://schemas.microsoft.com/office/drawing/2014/main" id="{05E1A81E-9464-FB63-6813-C074E8AA614B}"/>
              </a:ext>
            </a:extLst>
          </p:cNvPr>
          <p:cNvGrpSpPr/>
          <p:nvPr/>
        </p:nvGrpSpPr>
        <p:grpSpPr>
          <a:xfrm>
            <a:off x="492933" y="4132933"/>
            <a:ext cx="3747813" cy="2327564"/>
            <a:chOff x="2085904" y="4168116"/>
            <a:chExt cx="3747813" cy="2327564"/>
          </a:xfrm>
        </p:grpSpPr>
        <p:sp>
          <p:nvSpPr>
            <p:cNvPr id="43" name="Rounded Rectangle 42">
              <a:extLst>
                <a:ext uri="{FF2B5EF4-FFF2-40B4-BE49-F238E27FC236}">
                  <a16:creationId xmlns:a16="http://schemas.microsoft.com/office/drawing/2014/main" id="{9CA1707D-ACCF-70E7-E9CE-E0A161A7A715}"/>
                </a:ext>
              </a:extLst>
            </p:cNvPr>
            <p:cNvSpPr/>
            <p:nvPr/>
          </p:nvSpPr>
          <p:spPr>
            <a:xfrm>
              <a:off x="2085904" y="4168116"/>
              <a:ext cx="3747813" cy="2327564"/>
            </a:xfrm>
            <a:prstGeom prst="roundRect">
              <a:avLst/>
            </a:prstGeom>
            <a:solidFill>
              <a:schemeClr val="accent1">
                <a:alpha val="50103"/>
              </a:schemeClr>
            </a:solidFill>
            <a:ln>
              <a:solidFill>
                <a:schemeClr val="accent1">
                  <a:shade val="15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52283BC2-C134-6110-5998-18BEE9F104F4}"/>
                </a:ext>
              </a:extLst>
            </p:cNvPr>
            <p:cNvSpPr/>
            <p:nvPr/>
          </p:nvSpPr>
          <p:spPr>
            <a:xfrm>
              <a:off x="2271264" y="4450912"/>
              <a:ext cx="3377094" cy="600173"/>
            </a:xfrm>
            <a:prstGeom prst="roundRect">
              <a:avLst/>
            </a:prstGeom>
            <a:solidFill>
              <a:schemeClr val="bg1"/>
            </a:solidFill>
            <a:ln>
              <a:solidFill>
                <a:schemeClr val="accent1">
                  <a:shade val="15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042540"/>
                  </a:solidFill>
                </a:rPr>
                <a:t>NAG CEO</a:t>
              </a:r>
            </a:p>
          </p:txBody>
        </p:sp>
        <p:sp>
          <p:nvSpPr>
            <p:cNvPr id="52" name="Rounded Rectangle 51">
              <a:extLst>
                <a:ext uri="{FF2B5EF4-FFF2-40B4-BE49-F238E27FC236}">
                  <a16:creationId xmlns:a16="http://schemas.microsoft.com/office/drawing/2014/main" id="{214BCAA2-C7CD-6B9A-0FB6-98657876B6DC}"/>
                </a:ext>
              </a:extLst>
            </p:cNvPr>
            <p:cNvSpPr/>
            <p:nvPr/>
          </p:nvSpPr>
          <p:spPr>
            <a:xfrm>
              <a:off x="2247002" y="5630622"/>
              <a:ext cx="1016790" cy="600173"/>
            </a:xfrm>
            <a:prstGeom prst="roundRect">
              <a:avLst/>
            </a:prstGeom>
            <a:ln>
              <a:solidFill>
                <a:schemeClr val="accent1">
                  <a:shade val="15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Ops</a:t>
              </a:r>
            </a:p>
          </p:txBody>
        </p:sp>
        <p:sp>
          <p:nvSpPr>
            <p:cNvPr id="53" name="Rounded Rectangle 52">
              <a:extLst>
                <a:ext uri="{FF2B5EF4-FFF2-40B4-BE49-F238E27FC236}">
                  <a16:creationId xmlns:a16="http://schemas.microsoft.com/office/drawing/2014/main" id="{0B1D11DE-3041-4003-2832-C365DDB6C943}"/>
                </a:ext>
              </a:extLst>
            </p:cNvPr>
            <p:cNvSpPr/>
            <p:nvPr/>
          </p:nvSpPr>
          <p:spPr>
            <a:xfrm>
              <a:off x="3455459" y="5630622"/>
              <a:ext cx="1016790" cy="600173"/>
            </a:xfrm>
            <a:prstGeom prst="roundRect">
              <a:avLst/>
            </a:prstGeom>
            <a:ln>
              <a:solidFill>
                <a:schemeClr val="accent1">
                  <a:shade val="15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R&amp;D</a:t>
              </a:r>
            </a:p>
          </p:txBody>
        </p:sp>
        <p:sp>
          <p:nvSpPr>
            <p:cNvPr id="54" name="Rounded Rectangle 53">
              <a:extLst>
                <a:ext uri="{FF2B5EF4-FFF2-40B4-BE49-F238E27FC236}">
                  <a16:creationId xmlns:a16="http://schemas.microsoft.com/office/drawing/2014/main" id="{F1090F9E-8494-19B4-E8E3-5FBBB1F7C0E7}"/>
                </a:ext>
              </a:extLst>
            </p:cNvPr>
            <p:cNvSpPr/>
            <p:nvPr/>
          </p:nvSpPr>
          <p:spPr>
            <a:xfrm>
              <a:off x="4677770" y="5630622"/>
              <a:ext cx="1016790" cy="600173"/>
            </a:xfrm>
            <a:prstGeom prst="roundRect">
              <a:avLst/>
            </a:prstGeom>
            <a:ln>
              <a:solidFill>
                <a:schemeClr val="accent1">
                  <a:shade val="15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S&amp;S</a:t>
              </a:r>
            </a:p>
          </p:txBody>
        </p:sp>
      </p:grpSp>
      <p:sp>
        <p:nvSpPr>
          <p:cNvPr id="55" name="Rounded Rectangle 54">
            <a:extLst>
              <a:ext uri="{FF2B5EF4-FFF2-40B4-BE49-F238E27FC236}">
                <a16:creationId xmlns:a16="http://schemas.microsoft.com/office/drawing/2014/main" id="{05AD0D55-8D99-96BE-C09B-642B3179AB5D}"/>
              </a:ext>
            </a:extLst>
          </p:cNvPr>
          <p:cNvSpPr/>
          <p:nvPr/>
        </p:nvSpPr>
        <p:spPr>
          <a:xfrm>
            <a:off x="4529942" y="3718248"/>
            <a:ext cx="1546164" cy="600173"/>
          </a:xfrm>
          <a:prstGeom prst="roundRect">
            <a:avLst/>
          </a:prstGeom>
          <a:solidFill>
            <a:srgbClr val="04254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Innov</a:t>
            </a:r>
            <a:endParaRPr lang="en-US"/>
          </a:p>
        </p:txBody>
      </p:sp>
      <p:sp>
        <p:nvSpPr>
          <p:cNvPr id="56" name="Rounded Rectangle 55">
            <a:extLst>
              <a:ext uri="{FF2B5EF4-FFF2-40B4-BE49-F238E27FC236}">
                <a16:creationId xmlns:a16="http://schemas.microsoft.com/office/drawing/2014/main" id="{F9C9886D-EC82-AE16-6531-3159C2989BDF}"/>
              </a:ext>
            </a:extLst>
          </p:cNvPr>
          <p:cNvSpPr/>
          <p:nvPr/>
        </p:nvSpPr>
        <p:spPr>
          <a:xfrm>
            <a:off x="8418121" y="3188467"/>
            <a:ext cx="1591161" cy="60017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042540"/>
                </a:solidFill>
              </a:rPr>
              <a:t>Group Fin.</a:t>
            </a:r>
            <a:br>
              <a:rPr lang="en-US">
                <a:solidFill>
                  <a:srgbClr val="042540"/>
                </a:solidFill>
              </a:rPr>
            </a:br>
            <a:r>
              <a:rPr lang="en-US">
                <a:solidFill>
                  <a:srgbClr val="042540"/>
                </a:solidFill>
              </a:rPr>
              <a:t>Control</a:t>
            </a:r>
          </a:p>
        </p:txBody>
      </p:sp>
      <p:sp>
        <p:nvSpPr>
          <p:cNvPr id="57" name="Rounded Rectangle 56">
            <a:extLst>
              <a:ext uri="{FF2B5EF4-FFF2-40B4-BE49-F238E27FC236}">
                <a16:creationId xmlns:a16="http://schemas.microsoft.com/office/drawing/2014/main" id="{98BC20A1-EF11-A325-0C5F-E263A6246ED1}"/>
              </a:ext>
            </a:extLst>
          </p:cNvPr>
          <p:cNvSpPr/>
          <p:nvPr/>
        </p:nvSpPr>
        <p:spPr>
          <a:xfrm>
            <a:off x="4557161" y="4477283"/>
            <a:ext cx="1518946" cy="600173"/>
          </a:xfrm>
          <a:prstGeom prst="roundRect">
            <a:avLst/>
          </a:prstGeom>
          <a:solidFill>
            <a:srgbClr val="04254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Investment &amp; Partnerships</a:t>
            </a:r>
          </a:p>
        </p:txBody>
      </p:sp>
      <p:sp>
        <p:nvSpPr>
          <p:cNvPr id="58" name="Rounded Rectangle 57">
            <a:extLst>
              <a:ext uri="{FF2B5EF4-FFF2-40B4-BE49-F238E27FC236}">
                <a16:creationId xmlns:a16="http://schemas.microsoft.com/office/drawing/2014/main" id="{E5269962-32F3-362F-05FD-54495CE9E887}"/>
              </a:ext>
            </a:extLst>
          </p:cNvPr>
          <p:cNvSpPr/>
          <p:nvPr/>
        </p:nvSpPr>
        <p:spPr>
          <a:xfrm>
            <a:off x="6230234" y="4452358"/>
            <a:ext cx="1565491" cy="600173"/>
          </a:xfrm>
          <a:prstGeom prst="roundRect">
            <a:avLst/>
          </a:prstGeom>
          <a:solidFill>
            <a:srgbClr val="04254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Marketing</a:t>
            </a:r>
          </a:p>
        </p:txBody>
      </p:sp>
      <p:grpSp>
        <p:nvGrpSpPr>
          <p:cNvPr id="62" name="Group 61">
            <a:extLst>
              <a:ext uri="{FF2B5EF4-FFF2-40B4-BE49-F238E27FC236}">
                <a16:creationId xmlns:a16="http://schemas.microsoft.com/office/drawing/2014/main" id="{DD2300F3-60D0-F569-9F96-C851E87CBCE2}"/>
              </a:ext>
            </a:extLst>
          </p:cNvPr>
          <p:cNvGrpSpPr/>
          <p:nvPr/>
        </p:nvGrpSpPr>
        <p:grpSpPr>
          <a:xfrm>
            <a:off x="8135376" y="4132933"/>
            <a:ext cx="3747813" cy="2327564"/>
            <a:chOff x="2085904" y="4168116"/>
            <a:chExt cx="3747813" cy="2327564"/>
          </a:xfrm>
        </p:grpSpPr>
        <p:sp>
          <p:nvSpPr>
            <p:cNvPr id="63" name="Rounded Rectangle 62">
              <a:extLst>
                <a:ext uri="{FF2B5EF4-FFF2-40B4-BE49-F238E27FC236}">
                  <a16:creationId xmlns:a16="http://schemas.microsoft.com/office/drawing/2014/main" id="{86482E49-025E-1295-C28A-FFFDEE74845E}"/>
                </a:ext>
              </a:extLst>
            </p:cNvPr>
            <p:cNvSpPr/>
            <p:nvPr/>
          </p:nvSpPr>
          <p:spPr>
            <a:xfrm>
              <a:off x="2085904" y="4168116"/>
              <a:ext cx="3747813" cy="2327564"/>
            </a:xfrm>
            <a:prstGeom prst="roundRect">
              <a:avLst/>
            </a:prstGeom>
            <a:solidFill>
              <a:schemeClr val="accent3">
                <a:lumMod val="75000"/>
                <a:alpha val="50103"/>
              </a:schemeClr>
            </a:solidFill>
            <a:ln>
              <a:solidFill>
                <a:schemeClr val="accent4">
                  <a:lumMod val="50000"/>
                  <a:lumOff val="50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ounded Rectangle 1023">
              <a:extLst>
                <a:ext uri="{FF2B5EF4-FFF2-40B4-BE49-F238E27FC236}">
                  <a16:creationId xmlns:a16="http://schemas.microsoft.com/office/drawing/2014/main" id="{85CB06EF-4ABF-32B5-0032-EBA65C51EFC5}"/>
                </a:ext>
              </a:extLst>
            </p:cNvPr>
            <p:cNvSpPr/>
            <p:nvPr/>
          </p:nvSpPr>
          <p:spPr>
            <a:xfrm>
              <a:off x="2271264" y="4450912"/>
              <a:ext cx="3377094" cy="600173"/>
            </a:xfrm>
            <a:prstGeom prst="roundRect">
              <a:avLst/>
            </a:prstGeom>
            <a:solidFill>
              <a:schemeClr val="bg1"/>
            </a:solidFill>
            <a:ln>
              <a:solidFill>
                <a:schemeClr val="accent4">
                  <a:lumMod val="50000"/>
                  <a:lumOff val="50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540"/>
                  </a:solidFill>
                </a:rPr>
                <a:t>Company 3 CEO</a:t>
              </a:r>
            </a:p>
          </p:txBody>
        </p:sp>
        <p:sp>
          <p:nvSpPr>
            <p:cNvPr id="1025" name="Rounded Rectangle 1024">
              <a:extLst>
                <a:ext uri="{FF2B5EF4-FFF2-40B4-BE49-F238E27FC236}">
                  <a16:creationId xmlns:a16="http://schemas.microsoft.com/office/drawing/2014/main" id="{3A6EDB91-FBF8-A681-53EC-BC9C0AAB4DB6}"/>
                </a:ext>
              </a:extLst>
            </p:cNvPr>
            <p:cNvSpPr/>
            <p:nvPr/>
          </p:nvSpPr>
          <p:spPr>
            <a:xfrm>
              <a:off x="2247002" y="5630622"/>
              <a:ext cx="1016790" cy="600173"/>
            </a:xfrm>
            <a:prstGeom prst="roundRect">
              <a:avLst/>
            </a:prstGeom>
            <a:ln>
              <a:solidFill>
                <a:schemeClr val="accent4">
                  <a:lumMod val="50000"/>
                  <a:lumOff val="50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t>
              </a:r>
            </a:p>
          </p:txBody>
        </p:sp>
        <p:sp>
          <p:nvSpPr>
            <p:cNvPr id="1027" name="Rounded Rectangle 1026">
              <a:extLst>
                <a:ext uri="{FF2B5EF4-FFF2-40B4-BE49-F238E27FC236}">
                  <a16:creationId xmlns:a16="http://schemas.microsoft.com/office/drawing/2014/main" id="{BCD2067F-56E1-6F03-C3D5-30C1B12F4972}"/>
                </a:ext>
              </a:extLst>
            </p:cNvPr>
            <p:cNvSpPr/>
            <p:nvPr/>
          </p:nvSpPr>
          <p:spPr>
            <a:xfrm>
              <a:off x="3455459" y="5630622"/>
              <a:ext cx="1016790" cy="600173"/>
            </a:xfrm>
            <a:prstGeom prst="roundRect">
              <a:avLst/>
            </a:prstGeom>
            <a:ln>
              <a:solidFill>
                <a:schemeClr val="accent4">
                  <a:lumMod val="50000"/>
                  <a:lumOff val="50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28" name="Rounded Rectangle 1027">
              <a:extLst>
                <a:ext uri="{FF2B5EF4-FFF2-40B4-BE49-F238E27FC236}">
                  <a16:creationId xmlns:a16="http://schemas.microsoft.com/office/drawing/2014/main" id="{0E234C79-187B-B626-BEF1-2913738D335A}"/>
                </a:ext>
              </a:extLst>
            </p:cNvPr>
            <p:cNvSpPr/>
            <p:nvPr/>
          </p:nvSpPr>
          <p:spPr>
            <a:xfrm>
              <a:off x="4677770" y="5630622"/>
              <a:ext cx="1016790" cy="600173"/>
            </a:xfrm>
            <a:prstGeom prst="roundRect">
              <a:avLst/>
            </a:prstGeom>
            <a:ln>
              <a:solidFill>
                <a:schemeClr val="accent4">
                  <a:lumMod val="50000"/>
                  <a:lumOff val="50000"/>
                  <a:alpha val="2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Legal</a:t>
              </a:r>
            </a:p>
          </p:txBody>
        </p:sp>
      </p:grpSp>
      <p:sp>
        <p:nvSpPr>
          <p:cNvPr id="1029" name="Rounded Rectangle 1028">
            <a:extLst>
              <a:ext uri="{FF2B5EF4-FFF2-40B4-BE49-F238E27FC236}">
                <a16:creationId xmlns:a16="http://schemas.microsoft.com/office/drawing/2014/main" id="{687BCB8B-5C50-FBF6-9846-DB10BF63A0CE}"/>
              </a:ext>
            </a:extLst>
          </p:cNvPr>
          <p:cNvSpPr/>
          <p:nvPr/>
        </p:nvSpPr>
        <p:spPr>
          <a:xfrm>
            <a:off x="152401" y="1307548"/>
            <a:ext cx="5019756" cy="862723"/>
          </a:xfrm>
          <a:prstGeom prst="roundRect">
            <a:avLst>
              <a:gd name="adj" fmla="val 10210"/>
            </a:avLst>
          </a:prstGeom>
          <a:solidFill>
            <a:srgbClr val="042540">
              <a:alpha val="7108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i="1"/>
              <a:t>n</a:t>
            </a:r>
            <a:r>
              <a:rPr lang="en-US" sz="2400" baseline="30000"/>
              <a:t>2</a:t>
            </a:r>
            <a:r>
              <a:rPr lang="en-US" sz="2400"/>
              <a:t> Group Board of Directors</a:t>
            </a:r>
          </a:p>
        </p:txBody>
      </p:sp>
      <p:sp>
        <p:nvSpPr>
          <p:cNvPr id="1030" name="Rounded Rectangle 1029">
            <a:extLst>
              <a:ext uri="{FF2B5EF4-FFF2-40B4-BE49-F238E27FC236}">
                <a16:creationId xmlns:a16="http://schemas.microsoft.com/office/drawing/2014/main" id="{86129E2A-3AF9-45A6-955E-E16A463884B3}"/>
              </a:ext>
            </a:extLst>
          </p:cNvPr>
          <p:cNvSpPr/>
          <p:nvPr/>
        </p:nvSpPr>
        <p:spPr>
          <a:xfrm>
            <a:off x="7564969" y="1286382"/>
            <a:ext cx="4474630" cy="862723"/>
          </a:xfrm>
          <a:prstGeom prst="roundRect">
            <a:avLst>
              <a:gd name="adj" fmla="val 10210"/>
            </a:avLst>
          </a:prstGeom>
          <a:solidFill>
            <a:srgbClr val="042540">
              <a:alpha val="73565"/>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i="1"/>
              <a:t>n</a:t>
            </a:r>
            <a:r>
              <a:rPr lang="en-US" sz="2400" baseline="30000"/>
              <a:t>2</a:t>
            </a:r>
            <a:r>
              <a:rPr lang="en-US" sz="2400"/>
              <a:t> Group Membership</a:t>
            </a:r>
          </a:p>
        </p:txBody>
      </p:sp>
      <p:sp>
        <p:nvSpPr>
          <p:cNvPr id="1031" name="Rounded Rectangle 1030">
            <a:extLst>
              <a:ext uri="{FF2B5EF4-FFF2-40B4-BE49-F238E27FC236}">
                <a16:creationId xmlns:a16="http://schemas.microsoft.com/office/drawing/2014/main" id="{B81E6E92-2CA9-471F-E134-8CCEC8AA0CA2}"/>
              </a:ext>
            </a:extLst>
          </p:cNvPr>
          <p:cNvSpPr/>
          <p:nvPr/>
        </p:nvSpPr>
        <p:spPr>
          <a:xfrm>
            <a:off x="6260226" y="3718247"/>
            <a:ext cx="1546164" cy="600173"/>
          </a:xfrm>
          <a:prstGeom prst="roundRect">
            <a:avLst/>
          </a:prstGeom>
          <a:solidFill>
            <a:srgbClr val="04254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Research</a:t>
            </a:r>
          </a:p>
        </p:txBody>
      </p:sp>
      <p:sp>
        <p:nvSpPr>
          <p:cNvPr id="2" name="Rounded Rectangle 1">
            <a:extLst>
              <a:ext uri="{FF2B5EF4-FFF2-40B4-BE49-F238E27FC236}">
                <a16:creationId xmlns:a16="http://schemas.microsoft.com/office/drawing/2014/main" id="{B7ED69D8-A83F-C2CE-90A8-F241C02ADFB1}"/>
              </a:ext>
            </a:extLst>
          </p:cNvPr>
          <p:cNvSpPr/>
          <p:nvPr/>
        </p:nvSpPr>
        <p:spPr>
          <a:xfrm>
            <a:off x="5263664" y="1295365"/>
            <a:ext cx="2209798" cy="862723"/>
          </a:xfrm>
          <a:prstGeom prst="roundRect">
            <a:avLst>
              <a:gd name="adj" fmla="val 10210"/>
            </a:avLst>
          </a:prstGeom>
          <a:solidFill>
            <a:srgbClr val="042540">
              <a:alpha val="3837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i="1" dirty="0"/>
              <a:t>Advisors</a:t>
            </a:r>
            <a:endParaRPr lang="en-US" sz="2400" dirty="0"/>
          </a:p>
        </p:txBody>
      </p:sp>
    </p:spTree>
    <p:extLst>
      <p:ext uri="{BB962C8B-B14F-4D97-AF65-F5344CB8AC3E}">
        <p14:creationId xmlns:p14="http://schemas.microsoft.com/office/powerpoint/2010/main" val="3599836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849B2B-6F6A-43D1-7F4B-795FF5184060}"/>
              </a:ext>
            </a:extLst>
          </p:cNvPr>
          <p:cNvSpPr>
            <a:spLocks noGrp="1"/>
          </p:cNvSpPr>
          <p:nvPr>
            <p:ph type="body" sz="quarter" idx="11"/>
          </p:nvPr>
        </p:nvSpPr>
        <p:spPr/>
        <p:txBody>
          <a:bodyPr/>
          <a:lstStyle/>
          <a:p>
            <a:r>
              <a:rPr lang="en-US"/>
              <a:t>Changes to plan</a:t>
            </a:r>
          </a:p>
        </p:txBody>
      </p:sp>
      <p:sp>
        <p:nvSpPr>
          <p:cNvPr id="4" name="Text Placeholder 3">
            <a:extLst>
              <a:ext uri="{FF2B5EF4-FFF2-40B4-BE49-F238E27FC236}">
                <a16:creationId xmlns:a16="http://schemas.microsoft.com/office/drawing/2014/main" id="{0DF965F7-E11F-E49B-C8A1-8C7F6ABE807C}"/>
              </a:ext>
            </a:extLst>
          </p:cNvPr>
          <p:cNvSpPr>
            <a:spLocks noGrp="1"/>
          </p:cNvSpPr>
          <p:nvPr>
            <p:ph type="body" sz="quarter" idx="10"/>
          </p:nvPr>
        </p:nvSpPr>
        <p:spPr/>
        <p:txBody>
          <a:bodyPr/>
          <a:lstStyle/>
          <a:p>
            <a:r>
              <a:rPr lang="en-US" i="1" dirty="0"/>
              <a:t>n</a:t>
            </a:r>
            <a:r>
              <a:rPr lang="en-US" baseline="30000" dirty="0"/>
              <a:t>2</a:t>
            </a:r>
            <a:r>
              <a:rPr lang="en-US" dirty="0"/>
              <a:t> Group Strategy team implementation (end of S1-B2)</a:t>
            </a:r>
          </a:p>
          <a:p>
            <a:r>
              <a:rPr lang="en-US" dirty="0"/>
              <a:t>Promotions for Scales and </a:t>
            </a:r>
            <a:r>
              <a:rPr lang="en-US" dirty="0" err="1"/>
              <a:t>Trimarco</a:t>
            </a:r>
            <a:endParaRPr lang="en-US" dirty="0"/>
          </a:p>
          <a:p>
            <a:r>
              <a:rPr lang="en-US" dirty="0"/>
              <a:t>Implement Incubators alongside Innovation</a:t>
            </a:r>
          </a:p>
          <a:p>
            <a:r>
              <a:rPr lang="en-US" dirty="0"/>
              <a:t>Next stage of development for 3 peaks (portfolios)</a:t>
            </a:r>
          </a:p>
          <a:p>
            <a:r>
              <a:rPr lang="en-US" dirty="0"/>
              <a:t>Building adaptability into strategy</a:t>
            </a:r>
          </a:p>
          <a:p>
            <a:r>
              <a:rPr lang="en-US" dirty="0"/>
              <a:t>Begin training on Mindset of innovation and change</a:t>
            </a:r>
          </a:p>
          <a:p>
            <a:r>
              <a:rPr lang="en-US" dirty="0"/>
              <a:t>Adoption of earmarks for Innovation etc. </a:t>
            </a:r>
          </a:p>
          <a:p>
            <a:r>
              <a:rPr lang="en-US" dirty="0"/>
              <a:t>Hiring of Strategic Marketing Director</a:t>
            </a:r>
          </a:p>
          <a:p>
            <a:pPr marL="0" indent="0">
              <a:buNone/>
            </a:pPr>
            <a:endParaRPr lang="en-US" dirty="0"/>
          </a:p>
        </p:txBody>
      </p:sp>
    </p:spTree>
    <p:extLst>
      <p:ext uri="{BB962C8B-B14F-4D97-AF65-F5344CB8AC3E}">
        <p14:creationId xmlns:p14="http://schemas.microsoft.com/office/powerpoint/2010/main" val="1895887119"/>
      </p:ext>
    </p:extLst>
  </p:cSld>
  <p:clrMapOvr>
    <a:masterClrMapping/>
  </p:clrMapOvr>
</p:sld>
</file>

<file path=ppt/theme/theme1.xml><?xml version="1.0" encoding="utf-8"?>
<a:theme xmlns:a="http://schemas.openxmlformats.org/drawingml/2006/main" name="Office Theme">
  <a:themeElements>
    <a:clrScheme name="Custom 9">
      <a:dk1>
        <a:srgbClr val="797979"/>
      </a:dk1>
      <a:lt1>
        <a:srgbClr val="FFFFFF"/>
      </a:lt1>
      <a:dk2>
        <a:srgbClr val="0C1B6C"/>
      </a:dk2>
      <a:lt2>
        <a:srgbClr val="ACACAC"/>
      </a:lt2>
      <a:accent1>
        <a:srgbClr val="00C1C1"/>
      </a:accent1>
      <a:accent2>
        <a:srgbClr val="595A59"/>
      </a:accent2>
      <a:accent3>
        <a:srgbClr val="006BFF"/>
      </a:accent3>
      <a:accent4>
        <a:srgbClr val="0E234C"/>
      </a:accent4>
      <a:accent5>
        <a:srgbClr val="A2DEFD"/>
      </a:accent5>
      <a:accent6>
        <a:srgbClr val="188662"/>
      </a:accent6>
      <a:hlink>
        <a:srgbClr val="71C693"/>
      </a:hlink>
      <a:folHlink>
        <a:srgbClr val="00A5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D5C6493-7598-B34D-B945-326C90C3F791}" vid="{189E61AA-34A1-6245-A8F8-D05D0DE10A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9188F391F10E4BB52A1EC1E4E91B11" ma:contentTypeVersion="7" ma:contentTypeDescription="Create a new document." ma:contentTypeScope="" ma:versionID="7bda6de2b4549b42c1c650a30c6791b0">
  <xsd:schema xmlns:xsd="http://www.w3.org/2001/XMLSchema" xmlns:xs="http://www.w3.org/2001/XMLSchema" xmlns:p="http://schemas.microsoft.com/office/2006/metadata/properties" xmlns:ns2="60432968-3d92-4874-b858-365a4b18eed2" xmlns:ns3="0aef4b6b-b59f-4563-9e7a-209974edad9a" targetNamespace="http://schemas.microsoft.com/office/2006/metadata/properties" ma:root="true" ma:fieldsID="0b21ef7497710945bce67c21be4ab345" ns2:_="" ns3:_="">
    <xsd:import namespace="60432968-3d92-4874-b858-365a4b18eed2"/>
    <xsd:import namespace="0aef4b6b-b59f-4563-9e7a-209974edad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432968-3d92-4874-b858-365a4b18e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aef4b6b-b59f-4563-9e7a-209974edad9a"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0B2827-7959-4450-89E4-91AE0D027415}">
  <ds:schemaRefs>
    <ds:schemaRef ds:uri="http://schemas.microsoft.com/sharepoint/v3/contenttype/forms"/>
  </ds:schemaRefs>
</ds:datastoreItem>
</file>

<file path=customXml/itemProps2.xml><?xml version="1.0" encoding="utf-8"?>
<ds:datastoreItem xmlns:ds="http://schemas.openxmlformats.org/officeDocument/2006/customXml" ds:itemID="{635E44FC-7201-439A-AE4F-E6B8DC6EEA6E}">
  <ds:schemaRefs>
    <ds:schemaRef ds:uri="http://purl.org/dc/terms/"/>
    <ds:schemaRef ds:uri="http://purl.org/dc/elements/1.1/"/>
    <ds:schemaRef ds:uri="60432968-3d92-4874-b858-365a4b18eed2"/>
    <ds:schemaRef ds:uri="http://www.w3.org/XML/1998/namespace"/>
    <ds:schemaRef ds:uri="http://schemas.microsoft.com/office/infopath/2007/PartnerControls"/>
    <ds:schemaRef ds:uri="http://purl.org/dc/dcmitype/"/>
    <ds:schemaRef ds:uri="http://schemas.microsoft.com/office/2006/metadata/properties"/>
    <ds:schemaRef ds:uri="http://schemas.microsoft.com/office/2006/documentManagement/types"/>
    <ds:schemaRef ds:uri="0aef4b6b-b59f-4563-9e7a-209974edad9a"/>
    <ds:schemaRef ds:uri="http://schemas.openxmlformats.org/package/2006/metadata/core-properties"/>
  </ds:schemaRefs>
</ds:datastoreItem>
</file>

<file path=customXml/itemProps3.xml><?xml version="1.0" encoding="utf-8"?>
<ds:datastoreItem xmlns:ds="http://schemas.openxmlformats.org/officeDocument/2006/customXml" ds:itemID="{9B06CB5D-A59F-45FC-9AE5-DC566E0D34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432968-3d92-4874-b858-365a4b18eed2"/>
    <ds:schemaRef ds:uri="0aef4b6b-b59f-4563-9e7a-209974edad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8409</TotalTime>
  <Words>1233</Words>
  <Application>Microsoft Macintosh PowerPoint</Application>
  <PresentationFormat>Widescreen</PresentationFormat>
  <Paragraphs>205</Paragraphs>
  <Slides>17</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Calibri Light</vt:lpstr>
      <vt:lpstr>Helvetica</vt:lpstr>
      <vt:lpstr>Helvetica Light</vt:lpstr>
      <vt:lpstr>Microsoft Sans Serif</vt:lpstr>
      <vt:lpstr>Proxima Nova</vt:lpstr>
      <vt:lpstr>ProximaNova-Semibold</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Lenny Pitt</dc:creator>
  <cp:keywords>Pitch Deck</cp:keywords>
  <cp:lastModifiedBy>Adrian Tate</cp:lastModifiedBy>
  <cp:revision>5</cp:revision>
  <dcterms:created xsi:type="dcterms:W3CDTF">2023-07-21T11:16:24Z</dcterms:created>
  <dcterms:modified xsi:type="dcterms:W3CDTF">2024-02-23T00:58:13Z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86200</vt:r8>
  </property>
  <property fmtid="{D5CDD505-2E9C-101B-9397-08002B2CF9AE}" pid="3" name="_ExtendedDescription">
    <vt:lpwstr/>
  </property>
  <property fmtid="{D5CDD505-2E9C-101B-9397-08002B2CF9AE}" pid="4" name="TriggerFlowInfo">
    <vt:lpwstr/>
  </property>
  <property fmtid="{D5CDD505-2E9C-101B-9397-08002B2CF9AE}" pid="5" name="ComplianceAssetId">
    <vt:lpwstr/>
  </property>
  <property fmtid="{D5CDD505-2E9C-101B-9397-08002B2CF9AE}" pid="6" name="TaxKeyword">
    <vt:lpwstr>60;#Pitch Deck|c24ee63a-0690-4753-a820-c498b1833d0a</vt:lpwstr>
  </property>
  <property fmtid="{D5CDD505-2E9C-101B-9397-08002B2CF9AE}" pid="7" name="DocType">
    <vt:lpwstr>67;#Pitch Deck|b403ac50-e3db-4a87-bee1-4f7e13aaa50a</vt:lpwstr>
  </property>
  <property fmtid="{D5CDD505-2E9C-101B-9397-08002B2CF9AE}" pid="8" name="Product">
    <vt:lpwstr>59;#dco/c++|e04ddafc-cb92-497e-8fab-dcfeb8323642</vt:lpwstr>
  </property>
  <property fmtid="{D5CDD505-2E9C-101B-9397-08002B2CF9AE}" pid="9" name="Customer">
    <vt:lpwstr/>
  </property>
  <property fmtid="{D5CDD505-2E9C-101B-9397-08002B2CF9AE}" pid="10" name="MediaServiceImageTags">
    <vt:lpwstr/>
  </property>
  <property fmtid="{D5CDD505-2E9C-101B-9397-08002B2CF9AE}" pid="11" name="ContentTypeId">
    <vt:lpwstr>0x010100989188F391F10E4BB52A1EC1E4E91B11</vt:lpwstr>
  </property>
</Properties>
</file>